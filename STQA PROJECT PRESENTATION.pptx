
<file path=[Content_Types].xml><?xml version="1.0" encoding="utf-8"?>
<Types xmlns="http://schemas.openxmlformats.org/package/2006/content-types">
  <Default Extension="jfif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1"/>
  </p:notesMasterIdLst>
  <p:sldIdLst>
    <p:sldId id="256" r:id="rId2"/>
    <p:sldId id="258" r:id="rId3"/>
    <p:sldId id="261" r:id="rId4"/>
    <p:sldId id="257" r:id="rId5"/>
    <p:sldId id="259" r:id="rId6"/>
    <p:sldId id="268" r:id="rId7"/>
    <p:sldId id="263" r:id="rId8"/>
    <p:sldId id="260" r:id="rId9"/>
    <p:sldId id="262" r:id="rId10"/>
    <p:sldId id="270" r:id="rId11"/>
    <p:sldId id="269" r:id="rId12"/>
    <p:sldId id="271" r:id="rId13"/>
    <p:sldId id="264" r:id="rId14"/>
    <p:sldId id="273" r:id="rId15"/>
    <p:sldId id="266" r:id="rId16"/>
    <p:sldId id="265" r:id="rId17"/>
    <p:sldId id="274" r:id="rId18"/>
    <p:sldId id="275" r:id="rId19"/>
    <p:sldId id="267" r:id="rId20"/>
  </p:sldIdLst>
  <p:sldSz cx="9144000" cy="5143500" type="screen16x9"/>
  <p:notesSz cx="6858000" cy="9144000"/>
  <p:embeddedFontLst>
    <p:embeddedFont>
      <p:font typeface="Barlow Condensed SemiBold" panose="00000706000000000000" pitchFamily="2" charset="0"/>
      <p:regular r:id="rId22"/>
      <p:bold r:id="rId23"/>
      <p:italic r:id="rId24"/>
      <p:boldItalic r:id="rId25"/>
    </p:embeddedFont>
    <p:embeddedFont>
      <p:font typeface="Barlow" panose="020B0604020202020204" charset="0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Barlow Condensed" panose="00000506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FEBC1B-22D3-4139-B788-55CDEE6F40AF}">
  <a:tblStyle styleId="{F8FEBC1B-22D3-4139-B788-55CDEE6F40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db0f9523d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db0f9523d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dd0c7d16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dd0c7d16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116f4a803e0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116f4a803e0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116f4a803e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116f4a803e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db0f9523d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db0f9523d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116f4a803e0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16f4a803e0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15ada61ad2e_0_4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15ada61ad2e_0_4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e013acee2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e013acee2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116f4a803e0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116f4a803e0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116f4a803e0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116f4a803e0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15ada61ad2e_0_5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15ada61ad2e_0_5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15ada61ad2e_0_4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15ada61ad2e_0_4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db0f9523dd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db0f9523dd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15ada61ad2e_0_5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15ada61ad2e_0_5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g15ada61ad2e_0_5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" name="Google Shape;2366;g15ada61ad2e_0_5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16f4a803e0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16f4a803e0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-1845025" y="-739063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640750" y="3098662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-7199942">
            <a:off x="1013094" y="4239091"/>
            <a:ext cx="1492189" cy="1554017"/>
            <a:chOff x="4445625" y="1829838"/>
            <a:chExt cx="739125" cy="769750"/>
          </a:xfrm>
        </p:grpSpPr>
        <p:sp>
          <p:nvSpPr>
            <p:cNvPr id="12" name="Google Shape;12;p2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 rot="435267">
            <a:off x="6817947" y="-474140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8250213" y="4120884"/>
            <a:ext cx="361129" cy="3106418"/>
            <a:chOff x="6317900" y="1197313"/>
            <a:chExt cx="180700" cy="1554375"/>
          </a:xfrm>
        </p:grpSpPr>
        <p:sp>
          <p:nvSpPr>
            <p:cNvPr id="22" name="Google Shape;22;p2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/>
          <p:nvPr/>
        </p:nvSpPr>
        <p:spPr>
          <a:xfrm rot="5400000">
            <a:off x="8716600" y="1537250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" name="Google Shape;29;p2"/>
          <p:cNvCxnSpPr/>
          <p:nvPr/>
        </p:nvCxnSpPr>
        <p:spPr>
          <a:xfrm rot="436104" flipH="1">
            <a:off x="7342476" y="-138003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30;p2"/>
          <p:cNvCxnSpPr/>
          <p:nvPr/>
        </p:nvCxnSpPr>
        <p:spPr>
          <a:xfrm rot="436104" flipH="1">
            <a:off x="7694851" y="-2736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2"/>
          <p:cNvSpPr/>
          <p:nvPr/>
        </p:nvSpPr>
        <p:spPr>
          <a:xfrm>
            <a:off x="8763750" y="-180350"/>
            <a:ext cx="1215300" cy="1215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32950" y="-311150"/>
            <a:ext cx="1476900" cy="1476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2"/>
          <p:cNvGrpSpPr/>
          <p:nvPr/>
        </p:nvGrpSpPr>
        <p:grpSpPr>
          <a:xfrm>
            <a:off x="265900" y="3852516"/>
            <a:ext cx="194400" cy="112209"/>
            <a:chOff x="265900" y="3852516"/>
            <a:chExt cx="194400" cy="112209"/>
          </a:xfrm>
        </p:grpSpPr>
        <p:sp>
          <p:nvSpPr>
            <p:cNvPr id="34" name="Google Shape;34;p2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609600" y="1603974"/>
            <a:ext cx="7924800" cy="1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2125800" y="3428332"/>
            <a:ext cx="48924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640000" y="2554200"/>
            <a:ext cx="58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title" idx="2" hasCustomPrompt="1"/>
          </p:nvPr>
        </p:nvSpPr>
        <p:spPr>
          <a:xfrm>
            <a:off x="3960300" y="1149000"/>
            <a:ext cx="12231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Font typeface="Barlow Condensed"/>
              <a:buNone/>
              <a:defRPr sz="6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>
            <a:spLocks noGrp="1"/>
          </p:cNvSpPr>
          <p:nvPr>
            <p:ph type="subTitle" idx="1"/>
          </p:nvPr>
        </p:nvSpPr>
        <p:spPr>
          <a:xfrm>
            <a:off x="2144550" y="3396000"/>
            <a:ext cx="4854600" cy="5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3"/>
          <p:cNvSpPr/>
          <p:nvPr/>
        </p:nvSpPr>
        <p:spPr>
          <a:xfrm rot="899997" flipH="1">
            <a:off x="-1712038" y="3114971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 rot="5400000" flipH="1">
            <a:off x="7353835" y="321738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 rot="10800000" flipH="1">
            <a:off x="-827467" y="-741529"/>
            <a:ext cx="1540684" cy="1387652"/>
            <a:chOff x="3632834" y="4464921"/>
            <a:chExt cx="1540684" cy="1387652"/>
          </a:xfrm>
        </p:grpSpPr>
        <p:sp>
          <p:nvSpPr>
            <p:cNvPr id="45" name="Google Shape;45;p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6;p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" name="Google Shape;47;p3"/>
          <p:cNvGrpSpPr/>
          <p:nvPr/>
        </p:nvGrpSpPr>
        <p:grpSpPr>
          <a:xfrm rot="10800000" flipH="1">
            <a:off x="7893908" y="-741529"/>
            <a:ext cx="1540684" cy="1387652"/>
            <a:chOff x="3632834" y="4464921"/>
            <a:chExt cx="1540684" cy="1387652"/>
          </a:xfrm>
        </p:grpSpPr>
        <p:sp>
          <p:nvSpPr>
            <p:cNvPr id="48" name="Google Shape;48;p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" name="Google Shape;49;p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" name="Google Shape;50;p3"/>
          <p:cNvGrpSpPr/>
          <p:nvPr/>
        </p:nvGrpSpPr>
        <p:grpSpPr>
          <a:xfrm>
            <a:off x="8625038" y="2781167"/>
            <a:ext cx="361129" cy="3106418"/>
            <a:chOff x="6317900" y="1197313"/>
            <a:chExt cx="180700" cy="1554375"/>
          </a:xfrm>
        </p:grpSpPr>
        <p:sp>
          <p:nvSpPr>
            <p:cNvPr id="51" name="Google Shape;51;p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3"/>
          <p:cNvGrpSpPr/>
          <p:nvPr/>
        </p:nvGrpSpPr>
        <p:grpSpPr>
          <a:xfrm flipH="1">
            <a:off x="157813" y="3585317"/>
            <a:ext cx="361129" cy="3106418"/>
            <a:chOff x="6317900" y="1197313"/>
            <a:chExt cx="180700" cy="1554375"/>
          </a:xfrm>
        </p:grpSpPr>
        <p:sp>
          <p:nvSpPr>
            <p:cNvPr id="58" name="Google Shape;58;p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3"/>
          <p:cNvGrpSpPr/>
          <p:nvPr/>
        </p:nvGrpSpPr>
        <p:grpSpPr>
          <a:xfrm rot="-5400000" flipH="1">
            <a:off x="8647825" y="1440894"/>
            <a:ext cx="315575" cy="366750"/>
            <a:chOff x="8558925" y="4522650"/>
            <a:chExt cx="315575" cy="366750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66" name="Google Shape;66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" name="Google Shape;74;p3"/>
          <p:cNvGrpSpPr/>
          <p:nvPr/>
        </p:nvGrpSpPr>
        <p:grpSpPr>
          <a:xfrm>
            <a:off x="208200" y="1568169"/>
            <a:ext cx="194400" cy="112209"/>
            <a:chOff x="265900" y="3852516"/>
            <a:chExt cx="194400" cy="112209"/>
          </a:xfrm>
        </p:grpSpPr>
        <p:sp>
          <p:nvSpPr>
            <p:cNvPr id="75" name="Google Shape;75;p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720000" y="1127000"/>
            <a:ext cx="77040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0" name="Google Shape;80;p4"/>
          <p:cNvSpPr/>
          <p:nvPr/>
        </p:nvSpPr>
        <p:spPr>
          <a:xfrm rot="-5400000">
            <a:off x="7165362" y="-774010"/>
            <a:ext cx="2984498" cy="188072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 rot="900032">
            <a:off x="-1298549" y="-641129"/>
            <a:ext cx="2144560" cy="2361269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>
            <a:off x="8558925" y="4522650"/>
            <a:ext cx="315575" cy="366750"/>
            <a:chOff x="8558925" y="4522650"/>
            <a:chExt cx="315575" cy="366750"/>
          </a:xfrm>
        </p:grpSpPr>
        <p:grpSp>
          <p:nvGrpSpPr>
            <p:cNvPr id="83" name="Google Shape;83;p4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4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" name="Google Shape;92;p4"/>
          <p:cNvSpPr/>
          <p:nvPr/>
        </p:nvSpPr>
        <p:spPr>
          <a:xfrm rot="5400000">
            <a:off x="8769800" y="25428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>
            <a:off x="280275" y="246791"/>
            <a:ext cx="194400" cy="112209"/>
            <a:chOff x="265900" y="3852516"/>
            <a:chExt cx="194400" cy="112209"/>
          </a:xfrm>
        </p:grpSpPr>
        <p:sp>
          <p:nvSpPr>
            <p:cNvPr id="94" name="Google Shape;94;p4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96;p4"/>
          <p:cNvGrpSpPr/>
          <p:nvPr/>
        </p:nvGrpSpPr>
        <p:grpSpPr>
          <a:xfrm>
            <a:off x="158099" y="4189781"/>
            <a:ext cx="438754" cy="772904"/>
            <a:chOff x="4950175" y="2998438"/>
            <a:chExt cx="88725" cy="156300"/>
          </a:xfrm>
        </p:grpSpPr>
        <p:sp>
          <p:nvSpPr>
            <p:cNvPr id="97" name="Google Shape;97;p4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4"/>
          <p:cNvGrpSpPr/>
          <p:nvPr/>
        </p:nvGrpSpPr>
        <p:grpSpPr>
          <a:xfrm>
            <a:off x="3876381" y="4522646"/>
            <a:ext cx="1391239" cy="1387652"/>
            <a:chOff x="4010494" y="4522646"/>
            <a:chExt cx="1391239" cy="1387652"/>
          </a:xfrm>
        </p:grpSpPr>
        <p:sp>
          <p:nvSpPr>
            <p:cNvPr id="134" name="Google Shape;134;p4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5" name="Google Shape;135;p4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4"/>
            <p:cNvCxnSpPr/>
            <p:nvPr/>
          </p:nvCxnSpPr>
          <p:spPr>
            <a:xfrm rot="436104" flipH="1">
              <a:off x="4051876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>
            <a:spLocks noGrp="1"/>
          </p:cNvSpPr>
          <p:nvPr>
            <p:ph type="subTitle" idx="1"/>
          </p:nvPr>
        </p:nvSpPr>
        <p:spPr>
          <a:xfrm>
            <a:off x="739300" y="1483850"/>
            <a:ext cx="3522300" cy="40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ubTitle" idx="2"/>
          </p:nvPr>
        </p:nvSpPr>
        <p:spPr>
          <a:xfrm>
            <a:off x="4901700" y="1483850"/>
            <a:ext cx="3522300" cy="40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3"/>
          </p:nvPr>
        </p:nvSpPr>
        <p:spPr>
          <a:xfrm>
            <a:off x="720000" y="1879963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4"/>
          </p:nvPr>
        </p:nvSpPr>
        <p:spPr>
          <a:xfrm>
            <a:off x="4901700" y="1879963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5"/>
          <p:cNvSpPr/>
          <p:nvPr/>
        </p:nvSpPr>
        <p:spPr>
          <a:xfrm rot="9900003">
            <a:off x="-1712038" y="-1039067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 rot="5400000">
            <a:off x="7353835" y="-149229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145;p5"/>
          <p:cNvGrpSpPr/>
          <p:nvPr/>
        </p:nvGrpSpPr>
        <p:grpSpPr>
          <a:xfrm>
            <a:off x="-827467" y="4151471"/>
            <a:ext cx="1540684" cy="1387652"/>
            <a:chOff x="3632834" y="4464921"/>
            <a:chExt cx="1540684" cy="1387652"/>
          </a:xfrm>
        </p:grpSpPr>
        <p:sp>
          <p:nvSpPr>
            <p:cNvPr id="146" name="Google Shape;146;p5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7" name="Google Shape;147;p5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8" name="Google Shape;148;p5"/>
          <p:cNvGrpSpPr/>
          <p:nvPr/>
        </p:nvGrpSpPr>
        <p:grpSpPr>
          <a:xfrm>
            <a:off x="7893908" y="4151471"/>
            <a:ext cx="1540684" cy="1387652"/>
            <a:chOff x="3632834" y="4464921"/>
            <a:chExt cx="1540684" cy="1387652"/>
          </a:xfrm>
        </p:grpSpPr>
        <p:sp>
          <p:nvSpPr>
            <p:cNvPr id="149" name="Google Shape;149;p5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0" name="Google Shape;150;p5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1" name="Google Shape;151;p5"/>
          <p:cNvGrpSpPr/>
          <p:nvPr/>
        </p:nvGrpSpPr>
        <p:grpSpPr>
          <a:xfrm rot="10800000" flipH="1">
            <a:off x="8625038" y="-1089991"/>
            <a:ext cx="361129" cy="3106418"/>
            <a:chOff x="6317900" y="1197313"/>
            <a:chExt cx="180700" cy="1554375"/>
          </a:xfrm>
        </p:grpSpPr>
        <p:sp>
          <p:nvSpPr>
            <p:cNvPr id="152" name="Google Shape;152;p5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5"/>
          <p:cNvGrpSpPr/>
          <p:nvPr/>
        </p:nvGrpSpPr>
        <p:grpSpPr>
          <a:xfrm rot="10800000">
            <a:off x="157813" y="-1894141"/>
            <a:ext cx="361129" cy="3106418"/>
            <a:chOff x="6317900" y="1197313"/>
            <a:chExt cx="180700" cy="1554375"/>
          </a:xfrm>
        </p:grpSpPr>
        <p:sp>
          <p:nvSpPr>
            <p:cNvPr id="159" name="Google Shape;159;p5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5"/>
          <p:cNvGrpSpPr/>
          <p:nvPr/>
        </p:nvGrpSpPr>
        <p:grpSpPr>
          <a:xfrm rot="-5400000">
            <a:off x="8647825" y="2989950"/>
            <a:ext cx="315575" cy="366750"/>
            <a:chOff x="8558925" y="4522650"/>
            <a:chExt cx="315575" cy="366750"/>
          </a:xfrm>
        </p:grpSpPr>
        <p:grpSp>
          <p:nvGrpSpPr>
            <p:cNvPr id="166" name="Google Shape;166;p5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67" name="Google Shape;167;p5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5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70" name="Google Shape;170;p5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" name="Google Shape;172;p5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" name="Google Shape;175;p5"/>
          <p:cNvGrpSpPr/>
          <p:nvPr/>
        </p:nvGrpSpPr>
        <p:grpSpPr>
          <a:xfrm rot="10800000" flipH="1">
            <a:off x="208200" y="3117216"/>
            <a:ext cx="194400" cy="112209"/>
            <a:chOff x="265900" y="3852516"/>
            <a:chExt cx="194400" cy="112209"/>
          </a:xfrm>
        </p:grpSpPr>
        <p:sp>
          <p:nvSpPr>
            <p:cNvPr id="176" name="Google Shape;176;p5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"/>
          <p:cNvSpPr/>
          <p:nvPr/>
        </p:nvSpPr>
        <p:spPr>
          <a:xfrm rot="-3599986">
            <a:off x="7364768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 rot="3599986" flipH="1">
            <a:off x="-2713057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6"/>
          <p:cNvGrpSpPr/>
          <p:nvPr/>
        </p:nvGrpSpPr>
        <p:grpSpPr>
          <a:xfrm>
            <a:off x="8601699" y="3997293"/>
            <a:ext cx="438754" cy="772904"/>
            <a:chOff x="4950175" y="2998438"/>
            <a:chExt cx="88725" cy="156300"/>
          </a:xfrm>
        </p:grpSpPr>
        <p:sp>
          <p:nvSpPr>
            <p:cNvPr id="183" name="Google Shape;183;p6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6"/>
          <p:cNvGrpSpPr/>
          <p:nvPr/>
        </p:nvGrpSpPr>
        <p:grpSpPr>
          <a:xfrm>
            <a:off x="3789809" y="4520733"/>
            <a:ext cx="1391222" cy="1387652"/>
            <a:chOff x="4010510" y="4522646"/>
            <a:chExt cx="1391222" cy="1387652"/>
          </a:xfrm>
        </p:grpSpPr>
        <p:sp>
          <p:nvSpPr>
            <p:cNvPr id="220" name="Google Shape;220;p6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1" name="Google Shape;221;p6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6"/>
          <p:cNvGrpSpPr/>
          <p:nvPr/>
        </p:nvGrpSpPr>
        <p:grpSpPr>
          <a:xfrm>
            <a:off x="1772900" y="4810116"/>
            <a:ext cx="194400" cy="112209"/>
            <a:chOff x="265900" y="3852516"/>
            <a:chExt cx="194400" cy="112209"/>
          </a:xfrm>
        </p:grpSpPr>
        <p:sp>
          <p:nvSpPr>
            <p:cNvPr id="223" name="Google Shape;223;p6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216575" y="1666525"/>
            <a:ext cx="315575" cy="366750"/>
            <a:chOff x="8558925" y="4522650"/>
            <a:chExt cx="315575" cy="366750"/>
          </a:xfrm>
        </p:grpSpPr>
        <p:grpSp>
          <p:nvGrpSpPr>
            <p:cNvPr id="226" name="Google Shape;226;p6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6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6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33" name="Google Shape;233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5" name="Google Shape;235;p6"/>
          <p:cNvSpPr/>
          <p:nvPr/>
        </p:nvSpPr>
        <p:spPr>
          <a:xfrm rot="5400000">
            <a:off x="7093213" y="48176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6"/>
          <p:cNvGrpSpPr/>
          <p:nvPr/>
        </p:nvGrpSpPr>
        <p:grpSpPr>
          <a:xfrm>
            <a:off x="-756900" y="-937412"/>
            <a:ext cx="1476900" cy="1476900"/>
            <a:chOff x="8632950" y="-311150"/>
            <a:chExt cx="1476900" cy="1476900"/>
          </a:xfrm>
        </p:grpSpPr>
        <p:sp>
          <p:nvSpPr>
            <p:cNvPr id="237" name="Google Shape;237;p6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8424000" y="-937412"/>
            <a:ext cx="1476900" cy="1476900"/>
            <a:chOff x="8632950" y="-311150"/>
            <a:chExt cx="1476900" cy="1476900"/>
          </a:xfrm>
        </p:grpSpPr>
        <p:sp>
          <p:nvSpPr>
            <p:cNvPr id="240" name="Google Shape;240;p6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>
            <a:spLocks noGrp="1"/>
          </p:cNvSpPr>
          <p:nvPr>
            <p:ph type="title"/>
          </p:nvPr>
        </p:nvSpPr>
        <p:spPr>
          <a:xfrm>
            <a:off x="1569600" y="1268375"/>
            <a:ext cx="6004800" cy="84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subTitle" idx="1"/>
          </p:nvPr>
        </p:nvSpPr>
        <p:spPr>
          <a:xfrm>
            <a:off x="1569600" y="2400023"/>
            <a:ext cx="6004800" cy="12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/>
          <p:nvPr/>
        </p:nvSpPr>
        <p:spPr>
          <a:xfrm rot="-6012810">
            <a:off x="6446180" y="-972564"/>
            <a:ext cx="4319100" cy="2721744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"/>
          <p:cNvSpPr/>
          <p:nvPr/>
        </p:nvSpPr>
        <p:spPr>
          <a:xfrm rot="435267">
            <a:off x="3845984" y="-60591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7" name="Google Shape;247;p7"/>
          <p:cNvCxnSpPr/>
          <p:nvPr/>
        </p:nvCxnSpPr>
        <p:spPr>
          <a:xfrm rot="436104" flipH="1">
            <a:off x="4188239" y="-1377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7"/>
          <p:cNvSpPr/>
          <p:nvPr/>
        </p:nvSpPr>
        <p:spPr>
          <a:xfrm rot="-5400000" flipH="1">
            <a:off x="307075" y="252313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 flipH="1">
            <a:off x="8671988" y="3199241"/>
            <a:ext cx="194400" cy="112209"/>
            <a:chOff x="265900" y="3852516"/>
            <a:chExt cx="194400" cy="112209"/>
          </a:xfrm>
        </p:grpSpPr>
        <p:sp>
          <p:nvSpPr>
            <p:cNvPr id="250" name="Google Shape;250;p7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2" name="Google Shape;252;p7"/>
          <p:cNvCxnSpPr/>
          <p:nvPr/>
        </p:nvCxnSpPr>
        <p:spPr>
          <a:xfrm rot="436104" flipH="1">
            <a:off x="4616239" y="-2509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7"/>
          <p:cNvSpPr/>
          <p:nvPr/>
        </p:nvSpPr>
        <p:spPr>
          <a:xfrm>
            <a:off x="-1348900" y="4016737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7"/>
          <p:cNvGrpSpPr/>
          <p:nvPr/>
        </p:nvGrpSpPr>
        <p:grpSpPr>
          <a:xfrm rot="-5400000">
            <a:off x="8064938" y="4172419"/>
            <a:ext cx="1942494" cy="2022980"/>
            <a:chOff x="4445625" y="1829838"/>
            <a:chExt cx="739125" cy="769750"/>
          </a:xfrm>
        </p:grpSpPr>
        <p:sp>
          <p:nvSpPr>
            <p:cNvPr id="255" name="Google Shape;255;p7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-459175" y="-350137"/>
            <a:ext cx="1476900" cy="1476900"/>
            <a:chOff x="8632950" y="-311150"/>
            <a:chExt cx="1476900" cy="1476900"/>
          </a:xfrm>
        </p:grpSpPr>
        <p:sp>
          <p:nvSpPr>
            <p:cNvPr id="264" name="Google Shape;264;p7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>
            <a:spLocks noGrp="1"/>
          </p:cNvSpPr>
          <p:nvPr>
            <p:ph type="title"/>
          </p:nvPr>
        </p:nvSpPr>
        <p:spPr>
          <a:xfrm>
            <a:off x="1695150" y="833975"/>
            <a:ext cx="5753700" cy="3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8" name="Google Shape;268;p8"/>
          <p:cNvSpPr/>
          <p:nvPr/>
        </p:nvSpPr>
        <p:spPr>
          <a:xfrm rot="6317200">
            <a:off x="7753292" y="-112119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 rot="6256533">
            <a:off x="-2373557" y="268080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8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8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0" name="Google Shape;280;p8"/>
          <p:cNvGrpSpPr/>
          <p:nvPr/>
        </p:nvGrpSpPr>
        <p:grpSpPr>
          <a:xfrm rot="10800000" flipH="1">
            <a:off x="208200" y="783266"/>
            <a:ext cx="194400" cy="112209"/>
            <a:chOff x="265900" y="3852516"/>
            <a:chExt cx="194400" cy="112209"/>
          </a:xfrm>
        </p:grpSpPr>
        <p:sp>
          <p:nvSpPr>
            <p:cNvPr id="281" name="Google Shape;281;p8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8"/>
          <p:cNvGrpSpPr/>
          <p:nvPr/>
        </p:nvGrpSpPr>
        <p:grpSpPr>
          <a:xfrm flipH="1">
            <a:off x="208198" y="4114456"/>
            <a:ext cx="438754" cy="772904"/>
            <a:chOff x="4950175" y="2998438"/>
            <a:chExt cx="88725" cy="156300"/>
          </a:xfrm>
        </p:grpSpPr>
        <p:sp>
          <p:nvSpPr>
            <p:cNvPr id="284" name="Google Shape;284;p8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8027788" y="-937400"/>
            <a:ext cx="1476900" cy="1476900"/>
            <a:chOff x="8632950" y="-311150"/>
            <a:chExt cx="1476900" cy="1476900"/>
          </a:xfrm>
        </p:grpSpPr>
        <p:sp>
          <p:nvSpPr>
            <p:cNvPr id="321" name="Google Shape;321;p8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8"/>
          <p:cNvSpPr/>
          <p:nvPr/>
        </p:nvSpPr>
        <p:spPr>
          <a:xfrm rot="435267">
            <a:off x="7719471" y="453853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8"/>
          <p:cNvCxnSpPr/>
          <p:nvPr/>
        </p:nvCxnSpPr>
        <p:spPr>
          <a:xfrm rot="436104" flipH="1">
            <a:off x="7796151" y="468547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8"/>
          <p:cNvSpPr/>
          <p:nvPr/>
        </p:nvSpPr>
        <p:spPr>
          <a:xfrm rot="5400000" flipH="1">
            <a:off x="8802568" y="308082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>
            <a:spLocks noGrp="1"/>
          </p:cNvSpPr>
          <p:nvPr>
            <p:ph type="title"/>
          </p:nvPr>
        </p:nvSpPr>
        <p:spPr>
          <a:xfrm>
            <a:off x="716100" y="1169250"/>
            <a:ext cx="35946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8" name="Google Shape;328;p9"/>
          <p:cNvSpPr txBox="1">
            <a:spLocks noGrp="1"/>
          </p:cNvSpPr>
          <p:nvPr>
            <p:ph type="subTitle" idx="1"/>
          </p:nvPr>
        </p:nvSpPr>
        <p:spPr>
          <a:xfrm>
            <a:off x="716100" y="2739150"/>
            <a:ext cx="3594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329" name="Google Shape;329;p9"/>
          <p:cNvSpPr txBox="1">
            <a:spLocks noGrp="1"/>
          </p:cNvSpPr>
          <p:nvPr>
            <p:ph type="body" idx="2"/>
          </p:nvPr>
        </p:nvSpPr>
        <p:spPr>
          <a:xfrm>
            <a:off x="45720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9"/>
          <p:cNvSpPr/>
          <p:nvPr/>
        </p:nvSpPr>
        <p:spPr>
          <a:xfrm rot="-6317200" flipH="1">
            <a:off x="-1906423" y="-79694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 rot="-6256533" flipH="1">
            <a:off x="7266483" y="300505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9"/>
          <p:cNvGrpSpPr/>
          <p:nvPr/>
        </p:nvGrpSpPr>
        <p:grpSpPr>
          <a:xfrm rot="-5400000" flipH="1">
            <a:off x="4412459" y="4932825"/>
            <a:ext cx="315575" cy="366750"/>
            <a:chOff x="8558925" y="4522650"/>
            <a:chExt cx="315575" cy="366750"/>
          </a:xfrm>
        </p:grpSpPr>
        <p:grpSp>
          <p:nvGrpSpPr>
            <p:cNvPr id="333" name="Google Shape;333;p9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334" name="Google Shape;334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9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337" name="Google Shape;337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9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340" name="Google Shape;340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2" name="Google Shape;342;p9"/>
          <p:cNvGrpSpPr/>
          <p:nvPr/>
        </p:nvGrpSpPr>
        <p:grpSpPr>
          <a:xfrm rot="10800000">
            <a:off x="8809359" y="1107516"/>
            <a:ext cx="194400" cy="112209"/>
            <a:chOff x="265900" y="3852516"/>
            <a:chExt cx="194400" cy="112209"/>
          </a:xfrm>
        </p:grpSpPr>
        <p:sp>
          <p:nvSpPr>
            <p:cNvPr id="343" name="Google Shape;343;p9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8565007" y="4438706"/>
            <a:ext cx="438754" cy="772904"/>
            <a:chOff x="4950175" y="2998438"/>
            <a:chExt cx="88725" cy="156300"/>
          </a:xfrm>
        </p:grpSpPr>
        <p:sp>
          <p:nvSpPr>
            <p:cNvPr id="346" name="Google Shape;346;p9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9"/>
          <p:cNvGrpSpPr/>
          <p:nvPr/>
        </p:nvGrpSpPr>
        <p:grpSpPr>
          <a:xfrm flipH="1">
            <a:off x="-292729" y="-613150"/>
            <a:ext cx="1476900" cy="1476900"/>
            <a:chOff x="8632950" y="-311150"/>
            <a:chExt cx="1476900" cy="1476900"/>
          </a:xfrm>
        </p:grpSpPr>
        <p:sp>
          <p:nvSpPr>
            <p:cNvPr id="383" name="Google Shape;383;p9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9"/>
          <p:cNvSpPr/>
          <p:nvPr/>
        </p:nvSpPr>
        <p:spPr>
          <a:xfrm rot="-435267" flipH="1">
            <a:off x="247939" y="48627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6" name="Google Shape;386;p9"/>
          <p:cNvCxnSpPr/>
          <p:nvPr/>
        </p:nvCxnSpPr>
        <p:spPr>
          <a:xfrm rot="-436104">
            <a:off x="702073" y="500972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9"/>
          <p:cNvSpPr/>
          <p:nvPr/>
        </p:nvSpPr>
        <p:spPr>
          <a:xfrm rot="-5400000">
            <a:off x="297190" y="340507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0"/>
          <p:cNvGrpSpPr/>
          <p:nvPr/>
        </p:nvGrpSpPr>
        <p:grpSpPr>
          <a:xfrm>
            <a:off x="-1229162" y="1461657"/>
            <a:ext cx="1942494" cy="2022980"/>
            <a:chOff x="4445625" y="1829838"/>
            <a:chExt cx="739125" cy="769750"/>
          </a:xfrm>
        </p:grpSpPr>
        <p:sp>
          <p:nvSpPr>
            <p:cNvPr id="390" name="Google Shape;390;p1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0"/>
          <p:cNvGrpSpPr/>
          <p:nvPr/>
        </p:nvGrpSpPr>
        <p:grpSpPr>
          <a:xfrm rot="-5400000">
            <a:off x="8470913" y="1461657"/>
            <a:ext cx="1942494" cy="2022980"/>
            <a:chOff x="4445625" y="1829838"/>
            <a:chExt cx="739125" cy="769750"/>
          </a:xfrm>
        </p:grpSpPr>
        <p:sp>
          <p:nvSpPr>
            <p:cNvPr id="399" name="Google Shape;399;p1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407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Condensed SemiBold"/>
              <a:buNone/>
              <a:defRPr sz="24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</a:lstStyle>
          <a:p>
            <a:endParaRPr/>
          </a:p>
        </p:txBody>
      </p:sp>
      <p:sp>
        <p:nvSpPr>
          <p:cNvPr id="408" name="Google Shape;408;p10"/>
          <p:cNvSpPr/>
          <p:nvPr/>
        </p:nvSpPr>
        <p:spPr>
          <a:xfrm rot="740964">
            <a:off x="2555135" y="4016752"/>
            <a:ext cx="4319054" cy="272171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 rot="3600028">
            <a:off x="2889450" y="-215305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10"/>
          <p:cNvGrpSpPr/>
          <p:nvPr/>
        </p:nvGrpSpPr>
        <p:grpSpPr>
          <a:xfrm flipH="1">
            <a:off x="4391436" y="4291309"/>
            <a:ext cx="361129" cy="3106418"/>
            <a:chOff x="6317900" y="1197313"/>
            <a:chExt cx="180700" cy="1554375"/>
          </a:xfrm>
        </p:grpSpPr>
        <p:sp>
          <p:nvSpPr>
            <p:cNvPr id="411" name="Google Shape;411;p10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0"/>
          <p:cNvGrpSpPr/>
          <p:nvPr/>
        </p:nvGrpSpPr>
        <p:grpSpPr>
          <a:xfrm flipH="1">
            <a:off x="4352623" y="278531"/>
            <a:ext cx="438754" cy="772904"/>
            <a:chOff x="4950175" y="2998438"/>
            <a:chExt cx="88725" cy="156300"/>
          </a:xfrm>
        </p:grpSpPr>
        <p:sp>
          <p:nvSpPr>
            <p:cNvPr id="418" name="Google Shape;418;p1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 hasCustomPrompt="1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56" name="Google Shape;456;p11"/>
          <p:cNvSpPr txBox="1">
            <a:spLocks noGrp="1"/>
          </p:cNvSpPr>
          <p:nvPr>
            <p:ph type="subTitle" idx="1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1"/>
          <p:cNvSpPr/>
          <p:nvPr/>
        </p:nvSpPr>
        <p:spPr>
          <a:xfrm rot="2352435">
            <a:off x="2482219" y="4250194"/>
            <a:ext cx="4319020" cy="272169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11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459" name="Google Shape;459;p11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460" name="Google Shape;460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2" name="Google Shape;462;p11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463" name="Google Shape;463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5" name="Google Shape;465;p11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466" name="Google Shape;466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8" name="Google Shape;468;p11"/>
          <p:cNvGrpSpPr/>
          <p:nvPr/>
        </p:nvGrpSpPr>
        <p:grpSpPr>
          <a:xfrm rot="10800000" flipH="1">
            <a:off x="208200" y="3354166"/>
            <a:ext cx="194400" cy="112209"/>
            <a:chOff x="265900" y="3852516"/>
            <a:chExt cx="194400" cy="112209"/>
          </a:xfrm>
        </p:grpSpPr>
        <p:sp>
          <p:nvSpPr>
            <p:cNvPr id="469" name="Google Shape;469;p1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11"/>
          <p:cNvSpPr/>
          <p:nvPr/>
        </p:nvSpPr>
        <p:spPr>
          <a:xfrm rot="5400000" flipH="1">
            <a:off x="8802568" y="203797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11"/>
          <p:cNvGrpSpPr/>
          <p:nvPr/>
        </p:nvGrpSpPr>
        <p:grpSpPr>
          <a:xfrm>
            <a:off x="-988628" y="1266621"/>
            <a:ext cx="1391222" cy="1387652"/>
            <a:chOff x="4010510" y="4522646"/>
            <a:chExt cx="1391222" cy="1387652"/>
          </a:xfrm>
        </p:grpSpPr>
        <p:sp>
          <p:nvSpPr>
            <p:cNvPr id="473" name="Google Shape;473;p11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4" name="Google Shape;474;p11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5" name="Google Shape;475;p11"/>
          <p:cNvGrpSpPr/>
          <p:nvPr/>
        </p:nvGrpSpPr>
        <p:grpSpPr>
          <a:xfrm rot="10800000">
            <a:off x="8625322" y="2848196"/>
            <a:ext cx="1391222" cy="1387652"/>
            <a:chOff x="4010510" y="4522646"/>
            <a:chExt cx="1391222" cy="1387652"/>
          </a:xfrm>
        </p:grpSpPr>
        <p:sp>
          <p:nvSpPr>
            <p:cNvPr id="476" name="Google Shape;476;p11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7" name="Google Shape;477;p11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8" name="Google Shape;478;p11"/>
          <p:cNvSpPr/>
          <p:nvPr/>
        </p:nvSpPr>
        <p:spPr>
          <a:xfrm rot="3600028">
            <a:off x="7176125" y="-243840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1"/>
          <p:cNvSpPr/>
          <p:nvPr/>
        </p:nvSpPr>
        <p:spPr>
          <a:xfrm rot="4913980">
            <a:off x="-1664938" y="-2531788"/>
            <a:ext cx="3365081" cy="3705126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"/>
          <p:cNvSpPr txBox="1">
            <a:spLocks noGrp="1"/>
          </p:cNvSpPr>
          <p:nvPr>
            <p:ph type="subTitle" idx="1"/>
          </p:nvPr>
        </p:nvSpPr>
        <p:spPr>
          <a:xfrm>
            <a:off x="1648275" y="120622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3" name="Google Shape;483;p13"/>
          <p:cNvSpPr txBox="1">
            <a:spLocks noGrp="1"/>
          </p:cNvSpPr>
          <p:nvPr>
            <p:ph type="subTitle" idx="2"/>
          </p:nvPr>
        </p:nvSpPr>
        <p:spPr>
          <a:xfrm>
            <a:off x="5520925" y="120622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3"/>
          </p:nvPr>
        </p:nvSpPr>
        <p:spPr>
          <a:xfrm>
            <a:off x="1648275" y="2300938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subTitle" idx="4"/>
          </p:nvPr>
        </p:nvSpPr>
        <p:spPr>
          <a:xfrm>
            <a:off x="5520925" y="2300938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6" name="Google Shape;486;p13"/>
          <p:cNvSpPr txBox="1">
            <a:spLocks noGrp="1"/>
          </p:cNvSpPr>
          <p:nvPr>
            <p:ph type="subTitle" idx="5"/>
          </p:nvPr>
        </p:nvSpPr>
        <p:spPr>
          <a:xfrm>
            <a:off x="1648275" y="3429713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7" name="Google Shape;487;p13"/>
          <p:cNvSpPr txBox="1">
            <a:spLocks noGrp="1"/>
          </p:cNvSpPr>
          <p:nvPr>
            <p:ph type="subTitle" idx="6"/>
          </p:nvPr>
        </p:nvSpPr>
        <p:spPr>
          <a:xfrm>
            <a:off x="5520925" y="3429713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8" name="Google Shape;48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3"/>
          <p:cNvSpPr txBox="1">
            <a:spLocks noGrp="1"/>
          </p:cNvSpPr>
          <p:nvPr>
            <p:ph type="subTitle" idx="7"/>
          </p:nvPr>
        </p:nvSpPr>
        <p:spPr>
          <a:xfrm>
            <a:off x="1648275" y="150302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13"/>
          <p:cNvSpPr txBox="1">
            <a:spLocks noGrp="1"/>
          </p:cNvSpPr>
          <p:nvPr>
            <p:ph type="subTitle" idx="8"/>
          </p:nvPr>
        </p:nvSpPr>
        <p:spPr>
          <a:xfrm>
            <a:off x="5520925" y="150302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13"/>
          <p:cNvSpPr txBox="1">
            <a:spLocks noGrp="1"/>
          </p:cNvSpPr>
          <p:nvPr>
            <p:ph type="subTitle" idx="9"/>
          </p:nvPr>
        </p:nvSpPr>
        <p:spPr>
          <a:xfrm>
            <a:off x="1648275" y="2646526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13"/>
          <p:cNvSpPr txBox="1">
            <a:spLocks noGrp="1"/>
          </p:cNvSpPr>
          <p:nvPr>
            <p:ph type="subTitle" idx="13"/>
          </p:nvPr>
        </p:nvSpPr>
        <p:spPr>
          <a:xfrm>
            <a:off x="5520925" y="2646526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subTitle" idx="14"/>
          </p:nvPr>
        </p:nvSpPr>
        <p:spPr>
          <a:xfrm>
            <a:off x="1648275" y="3790025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15"/>
          </p:nvPr>
        </p:nvSpPr>
        <p:spPr>
          <a:xfrm>
            <a:off x="5520925" y="3790025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/>
          <p:nvPr/>
        </p:nvSpPr>
        <p:spPr>
          <a:xfrm rot="10800000">
            <a:off x="-1426853" y="-1062630"/>
            <a:ext cx="3177828" cy="200255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13"/>
          <p:cNvGrpSpPr/>
          <p:nvPr/>
        </p:nvGrpSpPr>
        <p:grpSpPr>
          <a:xfrm>
            <a:off x="3833550" y="4634650"/>
            <a:ext cx="1476900" cy="1476900"/>
            <a:chOff x="-802775" y="4608575"/>
            <a:chExt cx="1476900" cy="1476900"/>
          </a:xfrm>
        </p:grpSpPr>
        <p:sp>
          <p:nvSpPr>
            <p:cNvPr id="497" name="Google Shape;497;p13"/>
            <p:cNvSpPr/>
            <p:nvPr/>
          </p:nvSpPr>
          <p:spPr>
            <a:xfrm>
              <a:off x="-671975" y="4739375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-802775" y="4608575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9" name="Google Shape;499;p13"/>
          <p:cNvSpPr/>
          <p:nvPr/>
        </p:nvSpPr>
        <p:spPr>
          <a:xfrm rot="-1297775">
            <a:off x="7887277" y="-719144"/>
            <a:ext cx="2209823" cy="1811858"/>
          </a:xfrm>
          <a:custGeom>
            <a:avLst/>
            <a:gdLst/>
            <a:ahLst/>
            <a:cxnLst/>
            <a:rect l="l" t="t" r="r" b="b"/>
            <a:pathLst>
              <a:path w="19718" h="16167" extrusionOk="0">
                <a:moveTo>
                  <a:pt x="1357" y="1"/>
                </a:moveTo>
                <a:cubicBezTo>
                  <a:pt x="1216" y="1"/>
                  <a:pt x="1067" y="31"/>
                  <a:pt x="905" y="105"/>
                </a:cubicBezTo>
                <a:cubicBezTo>
                  <a:pt x="298" y="391"/>
                  <a:pt x="0" y="1236"/>
                  <a:pt x="0" y="1867"/>
                </a:cubicBezTo>
                <a:cubicBezTo>
                  <a:pt x="12" y="3082"/>
                  <a:pt x="691" y="4236"/>
                  <a:pt x="1608" y="5022"/>
                </a:cubicBezTo>
                <a:cubicBezTo>
                  <a:pt x="2548" y="5808"/>
                  <a:pt x="3703" y="6272"/>
                  <a:pt x="4894" y="6558"/>
                </a:cubicBezTo>
                <a:cubicBezTo>
                  <a:pt x="5549" y="6713"/>
                  <a:pt x="6239" y="6820"/>
                  <a:pt x="6847" y="7130"/>
                </a:cubicBezTo>
                <a:cubicBezTo>
                  <a:pt x="7454" y="7427"/>
                  <a:pt x="7990" y="7999"/>
                  <a:pt x="8037" y="8677"/>
                </a:cubicBezTo>
                <a:cubicBezTo>
                  <a:pt x="8097" y="9392"/>
                  <a:pt x="7632" y="10023"/>
                  <a:pt x="7216" y="10606"/>
                </a:cubicBezTo>
                <a:cubicBezTo>
                  <a:pt x="6442" y="11654"/>
                  <a:pt x="5715" y="12952"/>
                  <a:pt x="6108" y="14202"/>
                </a:cubicBezTo>
                <a:cubicBezTo>
                  <a:pt x="6418" y="15154"/>
                  <a:pt x="7335" y="15821"/>
                  <a:pt x="8323" y="16047"/>
                </a:cubicBezTo>
                <a:cubicBezTo>
                  <a:pt x="8686" y="16132"/>
                  <a:pt x="9058" y="16166"/>
                  <a:pt x="9431" y="16166"/>
                </a:cubicBezTo>
                <a:cubicBezTo>
                  <a:pt x="10062" y="16166"/>
                  <a:pt x="10698" y="16067"/>
                  <a:pt x="11311" y="15940"/>
                </a:cubicBezTo>
                <a:cubicBezTo>
                  <a:pt x="12621" y="15690"/>
                  <a:pt x="14062" y="15202"/>
                  <a:pt x="14598" y="13976"/>
                </a:cubicBezTo>
                <a:cubicBezTo>
                  <a:pt x="14883" y="13321"/>
                  <a:pt x="14836" y="12595"/>
                  <a:pt x="15074" y="11928"/>
                </a:cubicBezTo>
                <a:cubicBezTo>
                  <a:pt x="15526" y="10630"/>
                  <a:pt x="16860" y="9904"/>
                  <a:pt x="17800" y="8904"/>
                </a:cubicBezTo>
                <a:cubicBezTo>
                  <a:pt x="19158" y="7487"/>
                  <a:pt x="19717" y="5368"/>
                  <a:pt x="19277" y="3463"/>
                </a:cubicBezTo>
                <a:cubicBezTo>
                  <a:pt x="19110" y="2772"/>
                  <a:pt x="18812" y="2105"/>
                  <a:pt x="18312" y="1617"/>
                </a:cubicBezTo>
                <a:cubicBezTo>
                  <a:pt x="17848" y="1165"/>
                  <a:pt x="17241" y="903"/>
                  <a:pt x="16622" y="688"/>
                </a:cubicBezTo>
                <a:cubicBezTo>
                  <a:pt x="15563" y="336"/>
                  <a:pt x="14440" y="156"/>
                  <a:pt x="13314" y="156"/>
                </a:cubicBezTo>
                <a:cubicBezTo>
                  <a:pt x="12768" y="156"/>
                  <a:pt x="12221" y="198"/>
                  <a:pt x="11681" y="284"/>
                </a:cubicBezTo>
                <a:cubicBezTo>
                  <a:pt x="10168" y="522"/>
                  <a:pt x="8728" y="1105"/>
                  <a:pt x="7192" y="1272"/>
                </a:cubicBezTo>
                <a:cubicBezTo>
                  <a:pt x="6900" y="1303"/>
                  <a:pt x="6608" y="1319"/>
                  <a:pt x="6316" y="1319"/>
                </a:cubicBezTo>
                <a:cubicBezTo>
                  <a:pt x="5057" y="1319"/>
                  <a:pt x="3805" y="1034"/>
                  <a:pt x="2656" y="522"/>
                </a:cubicBezTo>
                <a:cubicBezTo>
                  <a:pt x="2184" y="313"/>
                  <a:pt x="1809" y="1"/>
                  <a:pt x="1357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0" name="Google Shape;500;p13"/>
          <p:cNvGrpSpPr/>
          <p:nvPr/>
        </p:nvGrpSpPr>
        <p:grpSpPr>
          <a:xfrm>
            <a:off x="296900" y="356125"/>
            <a:ext cx="315575" cy="366750"/>
            <a:chOff x="8558925" y="4522650"/>
            <a:chExt cx="315575" cy="366750"/>
          </a:xfrm>
        </p:grpSpPr>
        <p:grpSp>
          <p:nvGrpSpPr>
            <p:cNvPr id="501" name="Google Shape;501;p1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502" name="Google Shape;502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1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505" name="Google Shape;505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" name="Google Shape;507;p1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508" name="Google Shape;508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rot="10800000" flipH="1">
            <a:off x="232050" y="2876766"/>
            <a:ext cx="194400" cy="112209"/>
            <a:chOff x="265900" y="3852516"/>
            <a:chExt cx="194400" cy="112209"/>
          </a:xfrm>
        </p:grpSpPr>
        <p:sp>
          <p:nvSpPr>
            <p:cNvPr id="511" name="Google Shape;511;p1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13"/>
          <p:cNvSpPr/>
          <p:nvPr/>
        </p:nvSpPr>
        <p:spPr>
          <a:xfrm rot="5400000">
            <a:off x="8780425" y="252313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3"/>
          <p:cNvSpPr/>
          <p:nvPr/>
        </p:nvSpPr>
        <p:spPr>
          <a:xfrm rot="435267">
            <a:off x="8214271" y="42142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5" name="Google Shape;515;p13"/>
          <p:cNvCxnSpPr/>
          <p:nvPr/>
        </p:nvCxnSpPr>
        <p:spPr>
          <a:xfrm rot="436104" flipH="1">
            <a:off x="8926501" y="436122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6" name="Google Shape;516;p13"/>
          <p:cNvGrpSpPr/>
          <p:nvPr/>
        </p:nvGrpSpPr>
        <p:grpSpPr>
          <a:xfrm flipH="1">
            <a:off x="8617149" y="344931"/>
            <a:ext cx="438754" cy="772904"/>
            <a:chOff x="4950175" y="2998438"/>
            <a:chExt cx="88725" cy="156300"/>
          </a:xfrm>
        </p:grpSpPr>
        <p:sp>
          <p:nvSpPr>
            <p:cNvPr id="517" name="Google Shape;517;p13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13"/>
          <p:cNvGrpSpPr/>
          <p:nvPr/>
        </p:nvGrpSpPr>
        <p:grpSpPr>
          <a:xfrm>
            <a:off x="-671216" y="4477896"/>
            <a:ext cx="1391222" cy="1387652"/>
            <a:chOff x="4010510" y="4522646"/>
            <a:chExt cx="1391222" cy="1387652"/>
          </a:xfrm>
        </p:grpSpPr>
        <p:sp>
          <p:nvSpPr>
            <p:cNvPr id="554" name="Google Shape;554;p13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5" name="Google Shape;555;p13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4"/>
          <p:cNvSpPr txBox="1">
            <a:spLocks noGrp="1"/>
          </p:cNvSpPr>
          <p:nvPr>
            <p:ph type="title"/>
          </p:nvPr>
        </p:nvSpPr>
        <p:spPr>
          <a:xfrm>
            <a:off x="1963275" y="3220825"/>
            <a:ext cx="5217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8" name="Google Shape;558;p14"/>
          <p:cNvSpPr txBox="1">
            <a:spLocks noGrp="1"/>
          </p:cNvSpPr>
          <p:nvPr>
            <p:ph type="subTitle" idx="1"/>
          </p:nvPr>
        </p:nvSpPr>
        <p:spPr>
          <a:xfrm>
            <a:off x="1498700" y="1686125"/>
            <a:ext cx="61467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9" name="Google Shape;559;p14"/>
          <p:cNvSpPr/>
          <p:nvPr/>
        </p:nvSpPr>
        <p:spPr>
          <a:xfrm rot="740964">
            <a:off x="2555135" y="4016752"/>
            <a:ext cx="4319054" cy="272171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4"/>
          <p:cNvSpPr/>
          <p:nvPr/>
        </p:nvSpPr>
        <p:spPr>
          <a:xfrm rot="3600028">
            <a:off x="2889450" y="-215305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14"/>
          <p:cNvGrpSpPr/>
          <p:nvPr/>
        </p:nvGrpSpPr>
        <p:grpSpPr>
          <a:xfrm>
            <a:off x="-1229162" y="1461657"/>
            <a:ext cx="1942494" cy="2022980"/>
            <a:chOff x="4445625" y="1829838"/>
            <a:chExt cx="739125" cy="769750"/>
          </a:xfrm>
        </p:grpSpPr>
        <p:sp>
          <p:nvSpPr>
            <p:cNvPr id="562" name="Google Shape;562;p14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4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4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4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4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4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14"/>
          <p:cNvGrpSpPr/>
          <p:nvPr/>
        </p:nvGrpSpPr>
        <p:grpSpPr>
          <a:xfrm rot="-5400000">
            <a:off x="8470913" y="1461657"/>
            <a:ext cx="1942494" cy="2022980"/>
            <a:chOff x="4445625" y="1829838"/>
            <a:chExt cx="739125" cy="769750"/>
          </a:xfrm>
        </p:grpSpPr>
        <p:sp>
          <p:nvSpPr>
            <p:cNvPr id="571" name="Google Shape;571;p14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4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4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4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4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4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4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4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5"/>
          <p:cNvSpPr txBox="1">
            <a:spLocks noGrp="1"/>
          </p:cNvSpPr>
          <p:nvPr>
            <p:ph type="title" hasCustomPrompt="1"/>
          </p:nvPr>
        </p:nvSpPr>
        <p:spPr>
          <a:xfrm>
            <a:off x="1234750" y="790425"/>
            <a:ext cx="29934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81" name="Google Shape;581;p15"/>
          <p:cNvSpPr txBox="1">
            <a:spLocks noGrp="1"/>
          </p:cNvSpPr>
          <p:nvPr>
            <p:ph type="subTitle" idx="1"/>
          </p:nvPr>
        </p:nvSpPr>
        <p:spPr>
          <a:xfrm>
            <a:off x="1234753" y="1631066"/>
            <a:ext cx="2993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2" name="Google Shape;582;p15"/>
          <p:cNvSpPr txBox="1">
            <a:spLocks noGrp="1"/>
          </p:cNvSpPr>
          <p:nvPr>
            <p:ph type="title" idx="2" hasCustomPrompt="1"/>
          </p:nvPr>
        </p:nvSpPr>
        <p:spPr>
          <a:xfrm>
            <a:off x="4915800" y="790450"/>
            <a:ext cx="29934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83" name="Google Shape;583;p15"/>
          <p:cNvSpPr txBox="1">
            <a:spLocks noGrp="1"/>
          </p:cNvSpPr>
          <p:nvPr>
            <p:ph type="subTitle" idx="3"/>
          </p:nvPr>
        </p:nvSpPr>
        <p:spPr>
          <a:xfrm>
            <a:off x="4915800" y="1631077"/>
            <a:ext cx="2993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4" name="Google Shape;584;p15"/>
          <p:cNvSpPr txBox="1">
            <a:spLocks noGrp="1"/>
          </p:cNvSpPr>
          <p:nvPr>
            <p:ph type="title" idx="4" hasCustomPrompt="1"/>
          </p:nvPr>
        </p:nvSpPr>
        <p:spPr>
          <a:xfrm>
            <a:off x="4915800" y="2761426"/>
            <a:ext cx="29934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85" name="Google Shape;585;p15"/>
          <p:cNvSpPr txBox="1">
            <a:spLocks noGrp="1"/>
          </p:cNvSpPr>
          <p:nvPr>
            <p:ph type="subTitle" idx="5"/>
          </p:nvPr>
        </p:nvSpPr>
        <p:spPr>
          <a:xfrm>
            <a:off x="4915800" y="3602053"/>
            <a:ext cx="2993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6" name="Google Shape;586;p15"/>
          <p:cNvSpPr txBox="1">
            <a:spLocks noGrp="1"/>
          </p:cNvSpPr>
          <p:nvPr>
            <p:ph type="title" idx="6" hasCustomPrompt="1"/>
          </p:nvPr>
        </p:nvSpPr>
        <p:spPr>
          <a:xfrm>
            <a:off x="1234753" y="2761420"/>
            <a:ext cx="29934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87" name="Google Shape;587;p15"/>
          <p:cNvSpPr txBox="1">
            <a:spLocks noGrp="1"/>
          </p:cNvSpPr>
          <p:nvPr>
            <p:ph type="subTitle" idx="7"/>
          </p:nvPr>
        </p:nvSpPr>
        <p:spPr>
          <a:xfrm>
            <a:off x="1234753" y="3602051"/>
            <a:ext cx="2993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8" name="Google Shape;588;p15"/>
          <p:cNvSpPr txBox="1">
            <a:spLocks noGrp="1"/>
          </p:cNvSpPr>
          <p:nvPr>
            <p:ph type="subTitle" idx="8"/>
          </p:nvPr>
        </p:nvSpPr>
        <p:spPr>
          <a:xfrm>
            <a:off x="1234753" y="1988490"/>
            <a:ext cx="2993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15"/>
          <p:cNvSpPr txBox="1">
            <a:spLocks noGrp="1"/>
          </p:cNvSpPr>
          <p:nvPr>
            <p:ph type="subTitle" idx="9"/>
          </p:nvPr>
        </p:nvSpPr>
        <p:spPr>
          <a:xfrm>
            <a:off x="4915800" y="1988499"/>
            <a:ext cx="2993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0" name="Google Shape;590;p15"/>
          <p:cNvSpPr txBox="1">
            <a:spLocks noGrp="1"/>
          </p:cNvSpPr>
          <p:nvPr>
            <p:ph type="subTitle" idx="13"/>
          </p:nvPr>
        </p:nvSpPr>
        <p:spPr>
          <a:xfrm>
            <a:off x="4915800" y="3959475"/>
            <a:ext cx="2993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15"/>
          <p:cNvSpPr txBox="1">
            <a:spLocks noGrp="1"/>
          </p:cNvSpPr>
          <p:nvPr>
            <p:ph type="subTitle" idx="14"/>
          </p:nvPr>
        </p:nvSpPr>
        <p:spPr>
          <a:xfrm>
            <a:off x="1234753" y="3959475"/>
            <a:ext cx="2993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2" name="Google Shape;592;p15"/>
          <p:cNvSpPr/>
          <p:nvPr/>
        </p:nvSpPr>
        <p:spPr>
          <a:xfrm rot="-1799972">
            <a:off x="-2090395" y="-155613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5"/>
          <p:cNvSpPr/>
          <p:nvPr/>
        </p:nvSpPr>
        <p:spPr>
          <a:xfrm rot="9000028">
            <a:off x="7870761" y="2012568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4" name="Google Shape;594;p15"/>
          <p:cNvGrpSpPr/>
          <p:nvPr/>
        </p:nvGrpSpPr>
        <p:grpSpPr>
          <a:xfrm>
            <a:off x="247775" y="4241825"/>
            <a:ext cx="315575" cy="366750"/>
            <a:chOff x="8558925" y="4522650"/>
            <a:chExt cx="315575" cy="366750"/>
          </a:xfrm>
        </p:grpSpPr>
        <p:grpSp>
          <p:nvGrpSpPr>
            <p:cNvPr id="595" name="Google Shape;595;p15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596" name="Google Shape;596;p15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5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8" name="Google Shape;598;p15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599" name="Google Shape;599;p15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5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" name="Google Shape;601;p15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602" name="Google Shape;602;p15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5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4" name="Google Shape;604;p15"/>
          <p:cNvGrpSpPr/>
          <p:nvPr/>
        </p:nvGrpSpPr>
        <p:grpSpPr>
          <a:xfrm flipH="1">
            <a:off x="8729625" y="951866"/>
            <a:ext cx="194400" cy="112209"/>
            <a:chOff x="265900" y="3852516"/>
            <a:chExt cx="194400" cy="112209"/>
          </a:xfrm>
        </p:grpSpPr>
        <p:sp>
          <p:nvSpPr>
            <p:cNvPr id="605" name="Google Shape;605;p15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5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15"/>
          <p:cNvGrpSpPr/>
          <p:nvPr/>
        </p:nvGrpSpPr>
        <p:grpSpPr>
          <a:xfrm>
            <a:off x="-763675" y="-500525"/>
            <a:ext cx="1476900" cy="1476900"/>
            <a:chOff x="8632950" y="-311150"/>
            <a:chExt cx="1476900" cy="1476900"/>
          </a:xfrm>
        </p:grpSpPr>
        <p:sp>
          <p:nvSpPr>
            <p:cNvPr id="608" name="Google Shape;608;p15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15"/>
          <p:cNvGrpSpPr/>
          <p:nvPr/>
        </p:nvGrpSpPr>
        <p:grpSpPr>
          <a:xfrm>
            <a:off x="8430775" y="4167100"/>
            <a:ext cx="1476900" cy="1476900"/>
            <a:chOff x="8632950" y="-311150"/>
            <a:chExt cx="1476900" cy="1476900"/>
          </a:xfrm>
        </p:grpSpPr>
        <p:sp>
          <p:nvSpPr>
            <p:cNvPr id="611" name="Google Shape;611;p15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5"/>
          <p:cNvGrpSpPr/>
          <p:nvPr/>
        </p:nvGrpSpPr>
        <p:grpSpPr>
          <a:xfrm>
            <a:off x="3529283" y="4464921"/>
            <a:ext cx="1540684" cy="1387652"/>
            <a:chOff x="3632834" y="4464921"/>
            <a:chExt cx="1540684" cy="1387652"/>
          </a:xfrm>
        </p:grpSpPr>
        <p:sp>
          <p:nvSpPr>
            <p:cNvPr id="614" name="Google Shape;614;p15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5" name="Google Shape;615;p15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16"/>
          <p:cNvGrpSpPr/>
          <p:nvPr/>
        </p:nvGrpSpPr>
        <p:grpSpPr>
          <a:xfrm>
            <a:off x="8064938" y="-1041168"/>
            <a:ext cx="1942494" cy="2022980"/>
            <a:chOff x="4445625" y="1829838"/>
            <a:chExt cx="739125" cy="769750"/>
          </a:xfrm>
        </p:grpSpPr>
        <p:sp>
          <p:nvSpPr>
            <p:cNvPr id="618" name="Google Shape;618;p16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16"/>
          <p:cNvGrpSpPr/>
          <p:nvPr/>
        </p:nvGrpSpPr>
        <p:grpSpPr>
          <a:xfrm>
            <a:off x="-858537" y="-1041168"/>
            <a:ext cx="1942494" cy="2022980"/>
            <a:chOff x="4445625" y="1829838"/>
            <a:chExt cx="739125" cy="769750"/>
          </a:xfrm>
        </p:grpSpPr>
        <p:sp>
          <p:nvSpPr>
            <p:cNvPr id="627" name="Google Shape;627;p16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5" name="Google Shape;63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16"/>
          <p:cNvSpPr/>
          <p:nvPr/>
        </p:nvSpPr>
        <p:spPr>
          <a:xfrm rot="-152928">
            <a:off x="6925193" y="4175288"/>
            <a:ext cx="3763193" cy="237143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6"/>
          <p:cNvSpPr/>
          <p:nvPr/>
        </p:nvSpPr>
        <p:spPr>
          <a:xfrm rot="3635839">
            <a:off x="-1640952" y="3754337"/>
            <a:ext cx="4267648" cy="268932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8" name="Google Shape;638;p16"/>
          <p:cNvGrpSpPr/>
          <p:nvPr/>
        </p:nvGrpSpPr>
        <p:grpSpPr>
          <a:xfrm flipH="1">
            <a:off x="493849" y="4222131"/>
            <a:ext cx="438754" cy="772904"/>
            <a:chOff x="4950175" y="2998438"/>
            <a:chExt cx="88725" cy="156300"/>
          </a:xfrm>
        </p:grpSpPr>
        <p:sp>
          <p:nvSpPr>
            <p:cNvPr id="639" name="Google Shape;639;p16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16"/>
          <p:cNvGrpSpPr/>
          <p:nvPr/>
        </p:nvGrpSpPr>
        <p:grpSpPr>
          <a:xfrm>
            <a:off x="8626226" y="3746559"/>
            <a:ext cx="361129" cy="3106418"/>
            <a:chOff x="6317900" y="1197313"/>
            <a:chExt cx="180700" cy="1554375"/>
          </a:xfrm>
        </p:grpSpPr>
        <p:sp>
          <p:nvSpPr>
            <p:cNvPr id="676" name="Google Shape;676;p16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16"/>
          <p:cNvSpPr/>
          <p:nvPr/>
        </p:nvSpPr>
        <p:spPr>
          <a:xfrm rot="-5400000" flipH="1">
            <a:off x="307075" y="22599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3" name="Google Shape;683;p16"/>
          <p:cNvGrpSpPr/>
          <p:nvPr/>
        </p:nvGrpSpPr>
        <p:grpSpPr>
          <a:xfrm flipH="1">
            <a:off x="8671988" y="2252416"/>
            <a:ext cx="194400" cy="112209"/>
            <a:chOff x="265900" y="3852516"/>
            <a:chExt cx="194400" cy="112209"/>
          </a:xfrm>
        </p:grpSpPr>
        <p:sp>
          <p:nvSpPr>
            <p:cNvPr id="684" name="Google Shape;684;p16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687;p17"/>
          <p:cNvGrpSpPr/>
          <p:nvPr/>
        </p:nvGrpSpPr>
        <p:grpSpPr>
          <a:xfrm rot="8100000">
            <a:off x="8064682" y="3952435"/>
            <a:ext cx="1942549" cy="2023037"/>
            <a:chOff x="4445625" y="1829838"/>
            <a:chExt cx="739125" cy="769750"/>
          </a:xfrm>
        </p:grpSpPr>
        <p:sp>
          <p:nvSpPr>
            <p:cNvPr id="688" name="Google Shape;688;p17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17"/>
          <p:cNvGrpSpPr/>
          <p:nvPr/>
        </p:nvGrpSpPr>
        <p:grpSpPr>
          <a:xfrm>
            <a:off x="-858537" y="3952469"/>
            <a:ext cx="1942494" cy="2022980"/>
            <a:chOff x="4445625" y="1829838"/>
            <a:chExt cx="739125" cy="769750"/>
          </a:xfrm>
        </p:grpSpPr>
        <p:sp>
          <p:nvSpPr>
            <p:cNvPr id="697" name="Google Shape;697;p17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7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5" name="Google Shape;70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7"/>
          <p:cNvSpPr/>
          <p:nvPr/>
        </p:nvSpPr>
        <p:spPr>
          <a:xfrm rot="-10647072" flipH="1">
            <a:off x="6925193" y="-1707780"/>
            <a:ext cx="3763193" cy="237143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7"/>
          <p:cNvSpPr/>
          <p:nvPr/>
        </p:nvSpPr>
        <p:spPr>
          <a:xfrm rot="7164161" flipH="1">
            <a:off x="-1640952" y="-1604719"/>
            <a:ext cx="4267648" cy="268932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8" name="Google Shape;708;p17"/>
          <p:cNvGrpSpPr/>
          <p:nvPr/>
        </p:nvGrpSpPr>
        <p:grpSpPr>
          <a:xfrm rot="10800000">
            <a:off x="493849" y="-156096"/>
            <a:ext cx="438754" cy="772904"/>
            <a:chOff x="4950175" y="2998438"/>
            <a:chExt cx="88725" cy="156300"/>
          </a:xfrm>
        </p:grpSpPr>
        <p:sp>
          <p:nvSpPr>
            <p:cNvPr id="709" name="Google Shape;709;p17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7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7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7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7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7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7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7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7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7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7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" name="Google Shape;745;p17"/>
          <p:cNvGrpSpPr/>
          <p:nvPr/>
        </p:nvGrpSpPr>
        <p:grpSpPr>
          <a:xfrm rot="10800000" flipH="1">
            <a:off x="8626226" y="-2014039"/>
            <a:ext cx="361129" cy="3106418"/>
            <a:chOff x="6317900" y="1197313"/>
            <a:chExt cx="180700" cy="1554375"/>
          </a:xfrm>
        </p:grpSpPr>
        <p:sp>
          <p:nvSpPr>
            <p:cNvPr id="746" name="Google Shape;746;p17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7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7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7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7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7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2" name="Google Shape;752;p17"/>
          <p:cNvSpPr/>
          <p:nvPr/>
        </p:nvSpPr>
        <p:spPr>
          <a:xfrm rot="-5400000">
            <a:off x="307075" y="2481826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3" name="Google Shape;753;p17"/>
          <p:cNvGrpSpPr/>
          <p:nvPr/>
        </p:nvGrpSpPr>
        <p:grpSpPr>
          <a:xfrm rot="10800000">
            <a:off x="8671988" y="2474314"/>
            <a:ext cx="194400" cy="112209"/>
            <a:chOff x="265900" y="3852516"/>
            <a:chExt cx="194400" cy="112209"/>
          </a:xfrm>
        </p:grpSpPr>
        <p:sp>
          <p:nvSpPr>
            <p:cNvPr id="754" name="Google Shape;754;p17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7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17"/>
          <p:cNvSpPr/>
          <p:nvPr/>
        </p:nvSpPr>
        <p:spPr>
          <a:xfrm rot="-7199972">
            <a:off x="3156319" y="3826224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1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9" name="Google Shape;759;p18"/>
          <p:cNvSpPr txBox="1">
            <a:spLocks noGrp="1"/>
          </p:cNvSpPr>
          <p:nvPr>
            <p:ph type="subTitle" idx="1"/>
          </p:nvPr>
        </p:nvSpPr>
        <p:spPr>
          <a:xfrm>
            <a:off x="720000" y="1905475"/>
            <a:ext cx="7704000" cy="8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0" name="Google Shape;760;p18"/>
          <p:cNvSpPr txBox="1">
            <a:spLocks noGrp="1"/>
          </p:cNvSpPr>
          <p:nvPr>
            <p:ph type="subTitle" idx="2"/>
          </p:nvPr>
        </p:nvSpPr>
        <p:spPr>
          <a:xfrm>
            <a:off x="720000" y="13191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1" name="Google Shape;761;p18"/>
          <p:cNvSpPr/>
          <p:nvPr/>
        </p:nvSpPr>
        <p:spPr>
          <a:xfrm rot="-152928">
            <a:off x="6925193" y="4175288"/>
            <a:ext cx="3763193" cy="237143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8"/>
          <p:cNvSpPr/>
          <p:nvPr/>
        </p:nvSpPr>
        <p:spPr>
          <a:xfrm rot="3635839">
            <a:off x="-1640952" y="3754337"/>
            <a:ext cx="4267648" cy="268932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3" name="Google Shape;763;p18"/>
          <p:cNvGrpSpPr/>
          <p:nvPr/>
        </p:nvGrpSpPr>
        <p:grpSpPr>
          <a:xfrm flipH="1">
            <a:off x="493849" y="4222131"/>
            <a:ext cx="438754" cy="772904"/>
            <a:chOff x="4950175" y="2998438"/>
            <a:chExt cx="88725" cy="156300"/>
          </a:xfrm>
        </p:grpSpPr>
        <p:sp>
          <p:nvSpPr>
            <p:cNvPr id="764" name="Google Shape;764;p18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18"/>
          <p:cNvGrpSpPr/>
          <p:nvPr/>
        </p:nvGrpSpPr>
        <p:grpSpPr>
          <a:xfrm>
            <a:off x="8626226" y="3746559"/>
            <a:ext cx="361129" cy="3106418"/>
            <a:chOff x="6317900" y="1197313"/>
            <a:chExt cx="180700" cy="1554375"/>
          </a:xfrm>
        </p:grpSpPr>
        <p:sp>
          <p:nvSpPr>
            <p:cNvPr id="801" name="Google Shape;801;p18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18"/>
          <p:cNvSpPr/>
          <p:nvPr/>
        </p:nvSpPr>
        <p:spPr>
          <a:xfrm rot="-5400000" flipH="1">
            <a:off x="307075" y="22599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8" name="Google Shape;808;p18"/>
          <p:cNvGrpSpPr/>
          <p:nvPr/>
        </p:nvGrpSpPr>
        <p:grpSpPr>
          <a:xfrm flipH="1">
            <a:off x="8671988" y="2252416"/>
            <a:ext cx="194400" cy="112209"/>
            <a:chOff x="265900" y="3852516"/>
            <a:chExt cx="194400" cy="112209"/>
          </a:xfrm>
        </p:grpSpPr>
        <p:sp>
          <p:nvSpPr>
            <p:cNvPr id="809" name="Google Shape;809;p18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" name="Google Shape;811;p18"/>
          <p:cNvGrpSpPr/>
          <p:nvPr/>
        </p:nvGrpSpPr>
        <p:grpSpPr>
          <a:xfrm rot="5400000">
            <a:off x="8064938" y="-1041181"/>
            <a:ext cx="1942494" cy="2022980"/>
            <a:chOff x="4445625" y="1829838"/>
            <a:chExt cx="739125" cy="769750"/>
          </a:xfrm>
        </p:grpSpPr>
        <p:sp>
          <p:nvSpPr>
            <p:cNvPr id="812" name="Google Shape;812;p18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18"/>
          <p:cNvGrpSpPr/>
          <p:nvPr/>
        </p:nvGrpSpPr>
        <p:grpSpPr>
          <a:xfrm>
            <a:off x="-858537" y="-1041181"/>
            <a:ext cx="1942494" cy="2022980"/>
            <a:chOff x="4445625" y="1829838"/>
            <a:chExt cx="739125" cy="769750"/>
          </a:xfrm>
        </p:grpSpPr>
        <p:sp>
          <p:nvSpPr>
            <p:cNvPr id="821" name="Google Shape;821;p18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1_1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9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19"/>
          <p:cNvSpPr txBox="1"/>
          <p:nvPr/>
        </p:nvSpPr>
        <p:spPr>
          <a:xfrm>
            <a:off x="720000" y="1901952"/>
            <a:ext cx="3852000" cy="26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19"/>
          <p:cNvSpPr txBox="1"/>
          <p:nvPr/>
        </p:nvSpPr>
        <p:spPr>
          <a:xfrm>
            <a:off x="720000" y="1325550"/>
            <a:ext cx="77040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p19"/>
          <p:cNvSpPr txBox="1"/>
          <p:nvPr/>
        </p:nvSpPr>
        <p:spPr>
          <a:xfrm>
            <a:off x="4572000" y="1901952"/>
            <a:ext cx="3852000" cy="26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19"/>
          <p:cNvSpPr txBox="1">
            <a:spLocks noGrp="1"/>
          </p:cNvSpPr>
          <p:nvPr>
            <p:ph type="subTitle" idx="1"/>
          </p:nvPr>
        </p:nvSpPr>
        <p:spPr>
          <a:xfrm>
            <a:off x="720000" y="1905475"/>
            <a:ext cx="3852000" cy="27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5" name="Google Shape;835;p19"/>
          <p:cNvSpPr txBox="1">
            <a:spLocks noGrp="1"/>
          </p:cNvSpPr>
          <p:nvPr>
            <p:ph type="subTitle" idx="2"/>
          </p:nvPr>
        </p:nvSpPr>
        <p:spPr>
          <a:xfrm>
            <a:off x="4572000" y="1905475"/>
            <a:ext cx="3852000" cy="27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6" name="Google Shape;836;p19"/>
          <p:cNvSpPr/>
          <p:nvPr/>
        </p:nvSpPr>
        <p:spPr>
          <a:xfrm rot="-3599986">
            <a:off x="7364768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9"/>
          <p:cNvSpPr/>
          <p:nvPr/>
        </p:nvSpPr>
        <p:spPr>
          <a:xfrm rot="3599986" flipH="1">
            <a:off x="-2713057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8" name="Google Shape;838;p19"/>
          <p:cNvGrpSpPr/>
          <p:nvPr/>
        </p:nvGrpSpPr>
        <p:grpSpPr>
          <a:xfrm>
            <a:off x="8601699" y="3997293"/>
            <a:ext cx="438754" cy="772904"/>
            <a:chOff x="4950175" y="2998438"/>
            <a:chExt cx="88725" cy="156300"/>
          </a:xfrm>
        </p:grpSpPr>
        <p:sp>
          <p:nvSpPr>
            <p:cNvPr id="839" name="Google Shape;839;p19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9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9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9"/>
          <p:cNvGrpSpPr/>
          <p:nvPr/>
        </p:nvGrpSpPr>
        <p:grpSpPr>
          <a:xfrm>
            <a:off x="3789809" y="4520733"/>
            <a:ext cx="1391222" cy="1387652"/>
            <a:chOff x="4010510" y="4522646"/>
            <a:chExt cx="1391222" cy="1387652"/>
          </a:xfrm>
        </p:grpSpPr>
        <p:sp>
          <p:nvSpPr>
            <p:cNvPr id="876" name="Google Shape;876;p19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7" name="Google Shape;877;p19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78" name="Google Shape;878;p19"/>
          <p:cNvGrpSpPr/>
          <p:nvPr/>
        </p:nvGrpSpPr>
        <p:grpSpPr>
          <a:xfrm>
            <a:off x="1772900" y="4810116"/>
            <a:ext cx="194400" cy="112209"/>
            <a:chOff x="265900" y="3852516"/>
            <a:chExt cx="194400" cy="112209"/>
          </a:xfrm>
        </p:grpSpPr>
        <p:sp>
          <p:nvSpPr>
            <p:cNvPr id="879" name="Google Shape;879;p19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1" name="Google Shape;881;p19"/>
          <p:cNvGrpSpPr/>
          <p:nvPr/>
        </p:nvGrpSpPr>
        <p:grpSpPr>
          <a:xfrm>
            <a:off x="216575" y="1666525"/>
            <a:ext cx="315575" cy="366750"/>
            <a:chOff x="8558925" y="4522650"/>
            <a:chExt cx="315575" cy="366750"/>
          </a:xfrm>
        </p:grpSpPr>
        <p:grpSp>
          <p:nvGrpSpPr>
            <p:cNvPr id="882" name="Google Shape;882;p19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883" name="Google Shape;883;p1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5" name="Google Shape;885;p19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886" name="Google Shape;886;p1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8" name="Google Shape;888;p19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889" name="Google Shape;889;p1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1" name="Google Shape;891;p19"/>
          <p:cNvSpPr/>
          <p:nvPr/>
        </p:nvSpPr>
        <p:spPr>
          <a:xfrm rot="5400000">
            <a:off x="7093213" y="48176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2" name="Google Shape;892;p19"/>
          <p:cNvGrpSpPr/>
          <p:nvPr/>
        </p:nvGrpSpPr>
        <p:grpSpPr>
          <a:xfrm>
            <a:off x="-756900" y="-937412"/>
            <a:ext cx="1476900" cy="1476900"/>
            <a:chOff x="8632950" y="-311150"/>
            <a:chExt cx="1476900" cy="1476900"/>
          </a:xfrm>
        </p:grpSpPr>
        <p:sp>
          <p:nvSpPr>
            <p:cNvPr id="893" name="Google Shape;893;p19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9"/>
          <p:cNvGrpSpPr/>
          <p:nvPr/>
        </p:nvGrpSpPr>
        <p:grpSpPr>
          <a:xfrm>
            <a:off x="8424000" y="-937412"/>
            <a:ext cx="1476900" cy="1476900"/>
            <a:chOff x="8632950" y="-311150"/>
            <a:chExt cx="1476900" cy="1476900"/>
          </a:xfrm>
        </p:grpSpPr>
        <p:sp>
          <p:nvSpPr>
            <p:cNvPr id="896" name="Google Shape;896;p19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0"/>
          <p:cNvSpPr txBox="1">
            <a:spLocks noGrp="1"/>
          </p:cNvSpPr>
          <p:nvPr>
            <p:ph type="subTitle" idx="1"/>
          </p:nvPr>
        </p:nvSpPr>
        <p:spPr>
          <a:xfrm>
            <a:off x="869400" y="1551800"/>
            <a:ext cx="2282400" cy="42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900" name="Google Shape;900;p20"/>
          <p:cNvSpPr txBox="1">
            <a:spLocks noGrp="1"/>
          </p:cNvSpPr>
          <p:nvPr>
            <p:ph type="subTitle" idx="2"/>
          </p:nvPr>
        </p:nvSpPr>
        <p:spPr>
          <a:xfrm>
            <a:off x="3430818" y="1551800"/>
            <a:ext cx="2282400" cy="42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901" name="Google Shape;901;p20"/>
          <p:cNvSpPr txBox="1">
            <a:spLocks noGrp="1"/>
          </p:cNvSpPr>
          <p:nvPr>
            <p:ph type="subTitle" idx="3"/>
          </p:nvPr>
        </p:nvSpPr>
        <p:spPr>
          <a:xfrm>
            <a:off x="5992249" y="1551800"/>
            <a:ext cx="2282400" cy="42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902" name="Google Shape;902;p20"/>
          <p:cNvSpPr txBox="1">
            <a:spLocks noGrp="1"/>
          </p:cNvSpPr>
          <p:nvPr>
            <p:ph type="subTitle" idx="4"/>
          </p:nvPr>
        </p:nvSpPr>
        <p:spPr>
          <a:xfrm>
            <a:off x="869400" y="1973758"/>
            <a:ext cx="22824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3" name="Google Shape;903;p20"/>
          <p:cNvSpPr txBox="1">
            <a:spLocks noGrp="1"/>
          </p:cNvSpPr>
          <p:nvPr>
            <p:ph type="subTitle" idx="5"/>
          </p:nvPr>
        </p:nvSpPr>
        <p:spPr>
          <a:xfrm>
            <a:off x="3430810" y="1973600"/>
            <a:ext cx="22824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4" name="Google Shape;904;p20"/>
          <p:cNvSpPr txBox="1">
            <a:spLocks noGrp="1"/>
          </p:cNvSpPr>
          <p:nvPr>
            <p:ph type="subTitle" idx="6"/>
          </p:nvPr>
        </p:nvSpPr>
        <p:spPr>
          <a:xfrm>
            <a:off x="5992225" y="1973642"/>
            <a:ext cx="22824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5" name="Google Shape;90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20"/>
          <p:cNvSpPr/>
          <p:nvPr/>
        </p:nvSpPr>
        <p:spPr>
          <a:xfrm rot="6317200">
            <a:off x="7753292" y="-112119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0"/>
          <p:cNvSpPr/>
          <p:nvPr/>
        </p:nvSpPr>
        <p:spPr>
          <a:xfrm rot="6256533">
            <a:off x="-2373557" y="268080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8" name="Google Shape;908;p20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909" name="Google Shape;909;p20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910" name="Google Shape;910;p2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2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2" name="Google Shape;912;p20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913" name="Google Shape;913;p2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915;p20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916" name="Google Shape;916;p2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2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8" name="Google Shape;918;p20"/>
          <p:cNvGrpSpPr/>
          <p:nvPr/>
        </p:nvGrpSpPr>
        <p:grpSpPr>
          <a:xfrm rot="10800000" flipH="1">
            <a:off x="208200" y="783266"/>
            <a:ext cx="194400" cy="112209"/>
            <a:chOff x="265900" y="3852516"/>
            <a:chExt cx="194400" cy="112209"/>
          </a:xfrm>
        </p:grpSpPr>
        <p:sp>
          <p:nvSpPr>
            <p:cNvPr id="919" name="Google Shape;919;p20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0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20"/>
          <p:cNvGrpSpPr/>
          <p:nvPr/>
        </p:nvGrpSpPr>
        <p:grpSpPr>
          <a:xfrm flipH="1">
            <a:off x="208198" y="4114456"/>
            <a:ext cx="438754" cy="772904"/>
            <a:chOff x="4950175" y="2998438"/>
            <a:chExt cx="88725" cy="156300"/>
          </a:xfrm>
        </p:grpSpPr>
        <p:sp>
          <p:nvSpPr>
            <p:cNvPr id="922" name="Google Shape;922;p2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8" name="Google Shape;958;p20"/>
          <p:cNvGrpSpPr/>
          <p:nvPr/>
        </p:nvGrpSpPr>
        <p:grpSpPr>
          <a:xfrm>
            <a:off x="8027788" y="-937400"/>
            <a:ext cx="1476900" cy="1476900"/>
            <a:chOff x="8632950" y="-311150"/>
            <a:chExt cx="1476900" cy="1476900"/>
          </a:xfrm>
        </p:grpSpPr>
        <p:sp>
          <p:nvSpPr>
            <p:cNvPr id="959" name="Google Shape;959;p20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" name="Google Shape;961;p20"/>
          <p:cNvSpPr/>
          <p:nvPr/>
        </p:nvSpPr>
        <p:spPr>
          <a:xfrm rot="435267">
            <a:off x="7719471" y="453853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2" name="Google Shape;962;p20"/>
          <p:cNvCxnSpPr/>
          <p:nvPr/>
        </p:nvCxnSpPr>
        <p:spPr>
          <a:xfrm rot="436104" flipH="1">
            <a:off x="7796151" y="468547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3" name="Google Shape;963;p20"/>
          <p:cNvSpPr/>
          <p:nvPr/>
        </p:nvSpPr>
        <p:spPr>
          <a:xfrm rot="5400000" flipH="1">
            <a:off x="8802568" y="308082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2"/>
          <p:cNvSpPr/>
          <p:nvPr/>
        </p:nvSpPr>
        <p:spPr>
          <a:xfrm rot="-1799972">
            <a:off x="-2090395" y="-155613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2"/>
          <p:cNvSpPr/>
          <p:nvPr/>
        </p:nvSpPr>
        <p:spPr>
          <a:xfrm rot="9000028">
            <a:off x="7870761" y="2012568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22"/>
          <p:cNvGrpSpPr/>
          <p:nvPr/>
        </p:nvGrpSpPr>
        <p:grpSpPr>
          <a:xfrm>
            <a:off x="247775" y="4241825"/>
            <a:ext cx="315575" cy="366750"/>
            <a:chOff x="8558925" y="4522650"/>
            <a:chExt cx="315575" cy="366750"/>
          </a:xfrm>
        </p:grpSpPr>
        <p:grpSp>
          <p:nvGrpSpPr>
            <p:cNvPr id="996" name="Google Shape;996;p22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997" name="Google Shape;997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9" name="Google Shape;999;p22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000" name="Google Shape;1000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2" name="Google Shape;1002;p22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003" name="Google Shape;1003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5" name="Google Shape;1005;p22"/>
          <p:cNvGrpSpPr/>
          <p:nvPr/>
        </p:nvGrpSpPr>
        <p:grpSpPr>
          <a:xfrm flipH="1">
            <a:off x="8729625" y="951866"/>
            <a:ext cx="194400" cy="112209"/>
            <a:chOff x="265900" y="3852516"/>
            <a:chExt cx="194400" cy="112209"/>
          </a:xfrm>
        </p:grpSpPr>
        <p:sp>
          <p:nvSpPr>
            <p:cNvPr id="1006" name="Google Shape;1006;p22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2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2"/>
          <p:cNvGrpSpPr/>
          <p:nvPr/>
        </p:nvGrpSpPr>
        <p:grpSpPr>
          <a:xfrm>
            <a:off x="-763675" y="-500525"/>
            <a:ext cx="1476900" cy="1476900"/>
            <a:chOff x="8632950" y="-311150"/>
            <a:chExt cx="1476900" cy="1476900"/>
          </a:xfrm>
        </p:grpSpPr>
        <p:sp>
          <p:nvSpPr>
            <p:cNvPr id="1009" name="Google Shape;1009;p22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011;p22"/>
          <p:cNvGrpSpPr/>
          <p:nvPr/>
        </p:nvGrpSpPr>
        <p:grpSpPr>
          <a:xfrm>
            <a:off x="8430775" y="4167100"/>
            <a:ext cx="1476900" cy="1476900"/>
            <a:chOff x="8632950" y="-311150"/>
            <a:chExt cx="1476900" cy="1476900"/>
          </a:xfrm>
        </p:grpSpPr>
        <p:sp>
          <p:nvSpPr>
            <p:cNvPr id="1012" name="Google Shape;1012;p22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22"/>
          <p:cNvGrpSpPr/>
          <p:nvPr/>
        </p:nvGrpSpPr>
        <p:grpSpPr>
          <a:xfrm>
            <a:off x="3529283" y="4464921"/>
            <a:ext cx="1540684" cy="1387652"/>
            <a:chOff x="3632834" y="4464921"/>
            <a:chExt cx="1540684" cy="1387652"/>
          </a:xfrm>
        </p:grpSpPr>
        <p:sp>
          <p:nvSpPr>
            <p:cNvPr id="1015" name="Google Shape;1015;p22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6" name="Google Shape;1016;p22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3"/>
          <p:cNvSpPr/>
          <p:nvPr/>
        </p:nvSpPr>
        <p:spPr>
          <a:xfrm rot="9900003">
            <a:off x="-1712038" y="-1039067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3"/>
          <p:cNvSpPr/>
          <p:nvPr/>
        </p:nvSpPr>
        <p:spPr>
          <a:xfrm rot="5400000">
            <a:off x="7353835" y="-149229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0" name="Google Shape;1020;p23"/>
          <p:cNvGrpSpPr/>
          <p:nvPr/>
        </p:nvGrpSpPr>
        <p:grpSpPr>
          <a:xfrm>
            <a:off x="-827467" y="4151471"/>
            <a:ext cx="1540684" cy="1387652"/>
            <a:chOff x="3632834" y="4464921"/>
            <a:chExt cx="1540684" cy="1387652"/>
          </a:xfrm>
        </p:grpSpPr>
        <p:sp>
          <p:nvSpPr>
            <p:cNvPr id="1021" name="Google Shape;1021;p2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2" name="Google Shape;1022;p2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3" name="Google Shape;1023;p23"/>
          <p:cNvGrpSpPr/>
          <p:nvPr/>
        </p:nvGrpSpPr>
        <p:grpSpPr>
          <a:xfrm>
            <a:off x="7893908" y="4151471"/>
            <a:ext cx="1540684" cy="1387652"/>
            <a:chOff x="3632834" y="4464921"/>
            <a:chExt cx="1540684" cy="1387652"/>
          </a:xfrm>
        </p:grpSpPr>
        <p:sp>
          <p:nvSpPr>
            <p:cNvPr id="1024" name="Google Shape;1024;p2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5" name="Google Shape;1025;p2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6" name="Google Shape;1026;p23"/>
          <p:cNvGrpSpPr/>
          <p:nvPr/>
        </p:nvGrpSpPr>
        <p:grpSpPr>
          <a:xfrm rot="10800000" flipH="1">
            <a:off x="8625038" y="-1089991"/>
            <a:ext cx="361129" cy="3106418"/>
            <a:chOff x="6317900" y="1197313"/>
            <a:chExt cx="180700" cy="1554375"/>
          </a:xfrm>
        </p:grpSpPr>
        <p:sp>
          <p:nvSpPr>
            <p:cNvPr id="1027" name="Google Shape;1027;p2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23"/>
          <p:cNvGrpSpPr/>
          <p:nvPr/>
        </p:nvGrpSpPr>
        <p:grpSpPr>
          <a:xfrm rot="10800000">
            <a:off x="157813" y="-1894141"/>
            <a:ext cx="361129" cy="3106418"/>
            <a:chOff x="6317900" y="1197313"/>
            <a:chExt cx="180700" cy="1554375"/>
          </a:xfrm>
        </p:grpSpPr>
        <p:sp>
          <p:nvSpPr>
            <p:cNvPr id="1034" name="Google Shape;1034;p2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23"/>
          <p:cNvGrpSpPr/>
          <p:nvPr/>
        </p:nvGrpSpPr>
        <p:grpSpPr>
          <a:xfrm rot="-5400000">
            <a:off x="8647825" y="2989950"/>
            <a:ext cx="315575" cy="366750"/>
            <a:chOff x="8558925" y="4522650"/>
            <a:chExt cx="315575" cy="366750"/>
          </a:xfrm>
        </p:grpSpPr>
        <p:grpSp>
          <p:nvGrpSpPr>
            <p:cNvPr id="1041" name="Google Shape;1041;p2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042" name="Google Shape;1042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4" name="Google Shape;1044;p2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045" name="Google Shape;1045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7" name="Google Shape;1047;p2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048" name="Google Shape;1048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23"/>
          <p:cNvGrpSpPr/>
          <p:nvPr/>
        </p:nvGrpSpPr>
        <p:grpSpPr>
          <a:xfrm rot="10800000" flipH="1">
            <a:off x="208200" y="3117216"/>
            <a:ext cx="194400" cy="112209"/>
            <a:chOff x="265900" y="3852516"/>
            <a:chExt cx="194400" cy="112209"/>
          </a:xfrm>
        </p:grpSpPr>
        <p:sp>
          <p:nvSpPr>
            <p:cNvPr id="1051" name="Google Shape;1051;p2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7"/>
          <p:cNvSpPr txBox="1">
            <a:spLocks noGrp="1"/>
          </p:cNvSpPr>
          <p:nvPr>
            <p:ph type="ctrTitle"/>
          </p:nvPr>
        </p:nvSpPr>
        <p:spPr>
          <a:xfrm>
            <a:off x="-647700" y="2010380"/>
            <a:ext cx="10439400" cy="1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3600" b="0" dirty="0">
                <a:sym typeface="Barlow Condensed SemiBold"/>
              </a:rPr>
              <a:t>SOFTWARE </a:t>
            </a:r>
            <a:r>
              <a:rPr lang="en" sz="3600" dirty="0" smtClean="0"/>
              <a:t>TESTING &amp; QUALITY ASSAURANCE</a:t>
            </a:r>
            <a:r>
              <a:rPr lang="en" sz="3600" dirty="0" smtClean="0"/>
              <a:t> </a:t>
            </a:r>
            <a:br>
              <a:rPr lang="en" sz="3600" dirty="0" smtClean="0"/>
            </a:br>
            <a:r>
              <a:rPr lang="en" sz="3600" dirty="0" smtClean="0">
                <a:solidFill>
                  <a:schemeClr val="lt1"/>
                </a:solidFill>
                <a:latin typeface="Barlow Condensed"/>
                <a:sym typeface="Barlow Condensed"/>
              </a:rPr>
              <a:t>of Breakout E-commerce Website</a:t>
            </a:r>
            <a:endParaRPr sz="3600" dirty="0"/>
          </a:p>
        </p:txBody>
      </p:sp>
      <p:grpSp>
        <p:nvGrpSpPr>
          <p:cNvPr id="1065" name="Google Shape;1065;p27"/>
          <p:cNvGrpSpPr/>
          <p:nvPr/>
        </p:nvGrpSpPr>
        <p:grpSpPr>
          <a:xfrm>
            <a:off x="1117899" y="676118"/>
            <a:ext cx="438754" cy="772904"/>
            <a:chOff x="4950175" y="2998438"/>
            <a:chExt cx="88725" cy="156300"/>
          </a:xfrm>
        </p:grpSpPr>
        <p:sp>
          <p:nvSpPr>
            <p:cNvPr id="1066" name="Google Shape;1066;p27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2" name="Google Shape;1102;p27"/>
          <p:cNvCxnSpPr/>
          <p:nvPr/>
        </p:nvCxnSpPr>
        <p:spPr>
          <a:xfrm>
            <a:off x="3964350" y="330212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3" name="Google Shape;1103;p27"/>
          <p:cNvGrpSpPr/>
          <p:nvPr/>
        </p:nvGrpSpPr>
        <p:grpSpPr>
          <a:xfrm>
            <a:off x="6143125" y="4405925"/>
            <a:ext cx="315575" cy="366750"/>
            <a:chOff x="6143125" y="4405925"/>
            <a:chExt cx="315575" cy="366750"/>
          </a:xfrm>
        </p:grpSpPr>
        <p:grpSp>
          <p:nvGrpSpPr>
            <p:cNvPr id="1104" name="Google Shape;1104;p27"/>
            <p:cNvGrpSpPr/>
            <p:nvPr/>
          </p:nvGrpSpPr>
          <p:grpSpPr>
            <a:xfrm>
              <a:off x="6351500" y="4405925"/>
              <a:ext cx="107200" cy="107175"/>
              <a:chOff x="4125350" y="1946513"/>
              <a:chExt cx="107200" cy="107175"/>
            </a:xfrm>
          </p:grpSpPr>
          <p:sp>
            <p:nvSpPr>
              <p:cNvPr id="1105" name="Google Shape;1105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7" name="Google Shape;1107;p27"/>
            <p:cNvGrpSpPr/>
            <p:nvPr/>
          </p:nvGrpSpPr>
          <p:grpSpPr>
            <a:xfrm>
              <a:off x="6143125" y="4513100"/>
              <a:ext cx="107200" cy="107175"/>
              <a:chOff x="4125350" y="1946513"/>
              <a:chExt cx="107200" cy="107175"/>
            </a:xfrm>
          </p:grpSpPr>
          <p:sp>
            <p:nvSpPr>
              <p:cNvPr id="1108" name="Google Shape;1108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0" name="Google Shape;1110;p27"/>
            <p:cNvGrpSpPr/>
            <p:nvPr/>
          </p:nvGrpSpPr>
          <p:grpSpPr>
            <a:xfrm>
              <a:off x="6295525" y="4665500"/>
              <a:ext cx="107200" cy="107175"/>
              <a:chOff x="4125350" y="1946513"/>
              <a:chExt cx="107200" cy="107175"/>
            </a:xfrm>
          </p:grpSpPr>
          <p:sp>
            <p:nvSpPr>
              <p:cNvPr id="1111" name="Google Shape;1111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9"/>
          <p:cNvSpPr txBox="1">
            <a:spLocks noGrp="1"/>
          </p:cNvSpPr>
          <p:nvPr>
            <p:ph type="subTitle" idx="1"/>
          </p:nvPr>
        </p:nvSpPr>
        <p:spPr>
          <a:xfrm>
            <a:off x="1879498" y="1321830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COURSE NAME</a:t>
            </a:r>
            <a:endParaRPr dirty="0"/>
          </a:p>
        </p:txBody>
      </p:sp>
      <p:sp>
        <p:nvSpPr>
          <p:cNvPr id="1127" name="Google Shape;1127;p29"/>
          <p:cNvSpPr txBox="1">
            <a:spLocks noGrp="1"/>
          </p:cNvSpPr>
          <p:nvPr>
            <p:ph type="subTitle" idx="2"/>
          </p:nvPr>
        </p:nvSpPr>
        <p:spPr>
          <a:xfrm>
            <a:off x="5755033" y="1048570"/>
            <a:ext cx="2968075" cy="6665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INSTRUCTOR</a:t>
            </a:r>
            <a:endParaRPr dirty="0"/>
          </a:p>
        </p:txBody>
      </p:sp>
      <p:sp>
        <p:nvSpPr>
          <p:cNvPr id="1128" name="Google Shape;1128;p29"/>
          <p:cNvSpPr txBox="1">
            <a:spLocks noGrp="1"/>
          </p:cNvSpPr>
          <p:nvPr>
            <p:ph type="subTitle" idx="3"/>
          </p:nvPr>
        </p:nvSpPr>
        <p:spPr>
          <a:xfrm>
            <a:off x="1848773" y="2176890"/>
            <a:ext cx="2938625" cy="6419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DEPARTMENT</a:t>
            </a:r>
            <a:endParaRPr dirty="0"/>
          </a:p>
        </p:txBody>
      </p:sp>
      <p:sp>
        <p:nvSpPr>
          <p:cNvPr id="1129" name="Google Shape;1129;p29"/>
          <p:cNvSpPr txBox="1">
            <a:spLocks noGrp="1"/>
          </p:cNvSpPr>
          <p:nvPr>
            <p:ph type="subTitle" idx="4"/>
          </p:nvPr>
        </p:nvSpPr>
        <p:spPr>
          <a:xfrm>
            <a:off x="5788878" y="2436809"/>
            <a:ext cx="2900384" cy="3476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SEMESTER</a:t>
            </a:r>
            <a:endParaRPr dirty="0"/>
          </a:p>
        </p:txBody>
      </p:sp>
      <p:sp>
        <p:nvSpPr>
          <p:cNvPr id="1132" name="Google Shape;1132;p29"/>
          <p:cNvSpPr/>
          <p:nvPr/>
        </p:nvSpPr>
        <p:spPr>
          <a:xfrm>
            <a:off x="4995373" y="2262345"/>
            <a:ext cx="696600" cy="69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04</a:t>
            </a:r>
            <a:endParaRPr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134" name="Google Shape;1134;p29"/>
          <p:cNvSpPr/>
          <p:nvPr/>
        </p:nvSpPr>
        <p:spPr>
          <a:xfrm>
            <a:off x="4995373" y="1123370"/>
            <a:ext cx="696600" cy="69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02</a:t>
            </a:r>
            <a:endParaRPr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135" name="Google Shape;1135;p29"/>
          <p:cNvSpPr/>
          <p:nvPr/>
        </p:nvSpPr>
        <p:spPr>
          <a:xfrm>
            <a:off x="1147198" y="2289945"/>
            <a:ext cx="641400" cy="6414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03</a:t>
            </a:r>
            <a:endParaRPr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137" name="Google Shape;1137;p29"/>
          <p:cNvSpPr/>
          <p:nvPr/>
        </p:nvSpPr>
        <p:spPr>
          <a:xfrm>
            <a:off x="1147198" y="1150971"/>
            <a:ext cx="641400" cy="6414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01</a:t>
            </a:r>
            <a:endParaRPr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139" name="Google Shape;1139;p29"/>
          <p:cNvSpPr txBox="1">
            <a:spLocks noGrp="1"/>
          </p:cNvSpPr>
          <p:nvPr>
            <p:ph type="subTitle" idx="7"/>
          </p:nvPr>
        </p:nvSpPr>
        <p:spPr>
          <a:xfrm>
            <a:off x="1879498" y="1345372"/>
            <a:ext cx="20618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&amp; Quality Assaurance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0" name="Google Shape;1140;p29"/>
          <p:cNvSpPr txBox="1">
            <a:spLocks noGrp="1"/>
          </p:cNvSpPr>
          <p:nvPr>
            <p:ph type="subTitle" idx="8"/>
          </p:nvPr>
        </p:nvSpPr>
        <p:spPr>
          <a:xfrm>
            <a:off x="5767858" y="1397922"/>
            <a:ext cx="2864870" cy="474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Faisal Hafeez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1" name="Google Shape;1141;p29"/>
          <p:cNvSpPr txBox="1">
            <a:spLocks noGrp="1"/>
          </p:cNvSpPr>
          <p:nvPr>
            <p:ph type="subTitle" idx="9"/>
          </p:nvPr>
        </p:nvSpPr>
        <p:spPr>
          <a:xfrm>
            <a:off x="1870836" y="2488870"/>
            <a:ext cx="2920771" cy="590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2" name="Google Shape;1142;p29"/>
          <p:cNvSpPr txBox="1">
            <a:spLocks noGrp="1"/>
          </p:cNvSpPr>
          <p:nvPr>
            <p:ph type="subTitle" idx="13"/>
          </p:nvPr>
        </p:nvSpPr>
        <p:spPr>
          <a:xfrm>
            <a:off x="5794188" y="2488871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(Morning)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497" y="3402021"/>
            <a:ext cx="512633" cy="514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Google Shape;1141;p29"/>
          <p:cNvSpPr txBox="1">
            <a:spLocks noGrp="1"/>
          </p:cNvSpPr>
          <p:nvPr>
            <p:ph type="subTitle" idx="9"/>
          </p:nvPr>
        </p:nvSpPr>
        <p:spPr>
          <a:xfrm>
            <a:off x="3472351" y="3472814"/>
            <a:ext cx="2388476" cy="4363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LAYYAH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2"/>
          <p:cNvSpPr txBox="1">
            <a:spLocks noGrp="1"/>
          </p:cNvSpPr>
          <p:nvPr>
            <p:ph type="title"/>
          </p:nvPr>
        </p:nvSpPr>
        <p:spPr>
          <a:xfrm>
            <a:off x="2226611" y="729497"/>
            <a:ext cx="47228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GROUP MEMBERS</a:t>
            </a:r>
            <a:endParaRPr b="0" dirty="0">
              <a:solidFill>
                <a:schemeClr val="lt1"/>
              </a:solidFill>
            </a:endParaRPr>
          </a:p>
        </p:txBody>
      </p:sp>
      <p:sp>
        <p:nvSpPr>
          <p:cNvPr id="1288" name="Google Shape;1288;p32"/>
          <p:cNvSpPr/>
          <p:nvPr/>
        </p:nvSpPr>
        <p:spPr>
          <a:xfrm>
            <a:off x="2201585" y="1437932"/>
            <a:ext cx="823200" cy="823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289" name="Google Shape;1289;p32"/>
          <p:cNvSpPr/>
          <p:nvPr/>
        </p:nvSpPr>
        <p:spPr>
          <a:xfrm>
            <a:off x="4179356" y="1437868"/>
            <a:ext cx="823200" cy="823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290" name="Google Shape;1290;p32"/>
          <p:cNvSpPr/>
          <p:nvPr/>
        </p:nvSpPr>
        <p:spPr>
          <a:xfrm>
            <a:off x="6128657" y="1437868"/>
            <a:ext cx="851670" cy="859018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292" name="Google Shape;1292;p32"/>
          <p:cNvSpPr/>
          <p:nvPr/>
        </p:nvSpPr>
        <p:spPr>
          <a:xfrm>
            <a:off x="1741169" y="2820918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TANIA MANSOOR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293" name="Google Shape;1293;p32"/>
          <p:cNvSpPr/>
          <p:nvPr/>
        </p:nvSpPr>
        <p:spPr>
          <a:xfrm>
            <a:off x="3758045" y="2820918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MANIHA AYOUB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294" name="Google Shape;1294;p32"/>
          <p:cNvSpPr/>
          <p:nvPr/>
        </p:nvSpPr>
        <p:spPr>
          <a:xfrm>
            <a:off x="5690405" y="2820918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MANIHA MEERAL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296" name="Google Shape;1296;p32"/>
          <p:cNvSpPr/>
          <p:nvPr/>
        </p:nvSpPr>
        <p:spPr>
          <a:xfrm>
            <a:off x="3716090" y="3106588"/>
            <a:ext cx="1743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UL-BSITM-A-23-37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298" name="Google Shape;1298;p32"/>
          <p:cNvSpPr/>
          <p:nvPr/>
        </p:nvSpPr>
        <p:spPr>
          <a:xfrm>
            <a:off x="5749314" y="3106588"/>
            <a:ext cx="1743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UL-BSITM-A-23-57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299" name="Google Shape;1299;p32"/>
          <p:cNvSpPr/>
          <p:nvPr/>
        </p:nvSpPr>
        <p:spPr>
          <a:xfrm>
            <a:off x="1777669" y="3106588"/>
            <a:ext cx="1743900" cy="3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UL-BSITM-A-23-27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cxnSp>
        <p:nvCxnSpPr>
          <p:cNvPr id="1300" name="Google Shape;1300;p32"/>
          <p:cNvCxnSpPr>
            <a:stCxn id="1288" idx="4"/>
          </p:cNvCxnSpPr>
          <p:nvPr/>
        </p:nvCxnSpPr>
        <p:spPr>
          <a:xfrm>
            <a:off x="2613185" y="2261132"/>
            <a:ext cx="0" cy="40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1" name="Google Shape;1301;p32"/>
          <p:cNvCxnSpPr>
            <a:stCxn id="1289" idx="4"/>
          </p:cNvCxnSpPr>
          <p:nvPr/>
        </p:nvCxnSpPr>
        <p:spPr>
          <a:xfrm>
            <a:off x="4590956" y="2261068"/>
            <a:ext cx="0" cy="40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2" name="Google Shape;1302;p32"/>
          <p:cNvCxnSpPr>
            <a:stCxn id="1290" idx="4"/>
          </p:cNvCxnSpPr>
          <p:nvPr/>
        </p:nvCxnSpPr>
        <p:spPr>
          <a:xfrm>
            <a:off x="6554492" y="2296886"/>
            <a:ext cx="14235" cy="37158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4" name="Google Shape;1304;p32"/>
          <p:cNvCxnSpPr>
            <a:stCxn id="1288" idx="6"/>
            <a:endCxn id="1289" idx="2"/>
          </p:cNvCxnSpPr>
          <p:nvPr/>
        </p:nvCxnSpPr>
        <p:spPr>
          <a:xfrm>
            <a:off x="3024785" y="1849532"/>
            <a:ext cx="115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5" name="Google Shape;1305;p32"/>
          <p:cNvCxnSpPr>
            <a:stCxn id="1289" idx="6"/>
            <a:endCxn id="1290" idx="2"/>
          </p:cNvCxnSpPr>
          <p:nvPr/>
        </p:nvCxnSpPr>
        <p:spPr>
          <a:xfrm>
            <a:off x="5002556" y="1849468"/>
            <a:ext cx="1126101" cy="179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" name="Google Shape;11979;p60"/>
          <p:cNvGrpSpPr/>
          <p:nvPr/>
        </p:nvGrpSpPr>
        <p:grpSpPr>
          <a:xfrm>
            <a:off x="2376219" y="1515863"/>
            <a:ext cx="437406" cy="622675"/>
            <a:chOff x="7162775" y="2881113"/>
            <a:chExt cx="259523" cy="346294"/>
          </a:xfrm>
          <a:solidFill>
            <a:schemeClr val="tx1"/>
          </a:solidFill>
        </p:grpSpPr>
        <p:sp>
          <p:nvSpPr>
            <p:cNvPr id="26" name="Google Shape;11980;p60"/>
            <p:cNvSpPr/>
            <p:nvPr/>
          </p:nvSpPr>
          <p:spPr>
            <a:xfrm>
              <a:off x="7162775" y="2881113"/>
              <a:ext cx="259523" cy="346294"/>
            </a:xfrm>
            <a:custGeom>
              <a:avLst/>
              <a:gdLst/>
              <a:ahLst/>
              <a:cxnLst/>
              <a:rect l="l" t="t" r="r" b="b"/>
              <a:pathLst>
                <a:path w="8192" h="10931" extrusionOk="0">
                  <a:moveTo>
                    <a:pt x="4084" y="1536"/>
                  </a:moveTo>
                  <a:cubicBezTo>
                    <a:pt x="4382" y="1536"/>
                    <a:pt x="4703" y="1810"/>
                    <a:pt x="4989" y="2239"/>
                  </a:cubicBezTo>
                  <a:lnTo>
                    <a:pt x="3155" y="2239"/>
                  </a:lnTo>
                  <a:cubicBezTo>
                    <a:pt x="3453" y="1810"/>
                    <a:pt x="3787" y="1536"/>
                    <a:pt x="4084" y="1536"/>
                  </a:cubicBezTo>
                  <a:close/>
                  <a:moveTo>
                    <a:pt x="5191" y="2560"/>
                  </a:moveTo>
                  <a:cubicBezTo>
                    <a:pt x="5596" y="3310"/>
                    <a:pt x="5906" y="4334"/>
                    <a:pt x="5965" y="5322"/>
                  </a:cubicBezTo>
                  <a:cubicBezTo>
                    <a:pt x="5621" y="6068"/>
                    <a:pt x="4891" y="6515"/>
                    <a:pt x="4082" y="6515"/>
                  </a:cubicBezTo>
                  <a:cubicBezTo>
                    <a:pt x="4051" y="6515"/>
                    <a:pt x="4020" y="6514"/>
                    <a:pt x="3989" y="6513"/>
                  </a:cubicBezTo>
                  <a:cubicBezTo>
                    <a:pt x="3608" y="6489"/>
                    <a:pt x="3227" y="6358"/>
                    <a:pt x="2905" y="6120"/>
                  </a:cubicBezTo>
                  <a:cubicBezTo>
                    <a:pt x="2596" y="5894"/>
                    <a:pt x="2358" y="5596"/>
                    <a:pt x="2203" y="5239"/>
                  </a:cubicBezTo>
                  <a:cubicBezTo>
                    <a:pt x="2274" y="4286"/>
                    <a:pt x="2572" y="3274"/>
                    <a:pt x="2977" y="2560"/>
                  </a:cubicBezTo>
                  <a:close/>
                  <a:moveTo>
                    <a:pt x="2167" y="5870"/>
                  </a:moveTo>
                  <a:cubicBezTo>
                    <a:pt x="2322" y="6060"/>
                    <a:pt x="2501" y="6239"/>
                    <a:pt x="2691" y="6394"/>
                  </a:cubicBezTo>
                  <a:cubicBezTo>
                    <a:pt x="3060" y="6656"/>
                    <a:pt x="3501" y="6799"/>
                    <a:pt x="3953" y="6834"/>
                  </a:cubicBezTo>
                  <a:lnTo>
                    <a:pt x="4072" y="6834"/>
                  </a:lnTo>
                  <a:cubicBezTo>
                    <a:pt x="4525" y="6834"/>
                    <a:pt x="4965" y="6715"/>
                    <a:pt x="5346" y="6465"/>
                  </a:cubicBezTo>
                  <a:cubicBezTo>
                    <a:pt x="5584" y="6310"/>
                    <a:pt x="5787" y="6120"/>
                    <a:pt x="5953" y="5906"/>
                  </a:cubicBezTo>
                  <a:lnTo>
                    <a:pt x="5953" y="5906"/>
                  </a:lnTo>
                  <a:cubicBezTo>
                    <a:pt x="5918" y="6287"/>
                    <a:pt x="5739" y="6620"/>
                    <a:pt x="5430" y="6894"/>
                  </a:cubicBezTo>
                  <a:cubicBezTo>
                    <a:pt x="5358" y="6953"/>
                    <a:pt x="5358" y="7061"/>
                    <a:pt x="5418" y="7120"/>
                  </a:cubicBezTo>
                  <a:cubicBezTo>
                    <a:pt x="5441" y="7156"/>
                    <a:pt x="5489" y="7180"/>
                    <a:pt x="5537" y="7180"/>
                  </a:cubicBezTo>
                  <a:cubicBezTo>
                    <a:pt x="5561" y="7180"/>
                    <a:pt x="5608" y="7156"/>
                    <a:pt x="5644" y="7132"/>
                  </a:cubicBezTo>
                  <a:cubicBezTo>
                    <a:pt x="5763" y="7025"/>
                    <a:pt x="5858" y="6906"/>
                    <a:pt x="5953" y="6787"/>
                  </a:cubicBezTo>
                  <a:lnTo>
                    <a:pt x="5953" y="6787"/>
                  </a:lnTo>
                  <a:cubicBezTo>
                    <a:pt x="5894" y="7775"/>
                    <a:pt x="5072" y="8561"/>
                    <a:pt x="4060" y="8561"/>
                  </a:cubicBezTo>
                  <a:cubicBezTo>
                    <a:pt x="3084" y="8561"/>
                    <a:pt x="2263" y="7787"/>
                    <a:pt x="2191" y="6787"/>
                  </a:cubicBezTo>
                  <a:lnTo>
                    <a:pt x="2191" y="6787"/>
                  </a:lnTo>
                  <a:cubicBezTo>
                    <a:pt x="2572" y="7323"/>
                    <a:pt x="3275" y="7680"/>
                    <a:pt x="4084" y="7680"/>
                  </a:cubicBezTo>
                  <a:cubicBezTo>
                    <a:pt x="4394" y="7680"/>
                    <a:pt x="4703" y="7620"/>
                    <a:pt x="4989" y="7525"/>
                  </a:cubicBezTo>
                  <a:cubicBezTo>
                    <a:pt x="5072" y="7489"/>
                    <a:pt x="5108" y="7406"/>
                    <a:pt x="5072" y="7311"/>
                  </a:cubicBezTo>
                  <a:cubicBezTo>
                    <a:pt x="5055" y="7249"/>
                    <a:pt x="4998" y="7213"/>
                    <a:pt x="4936" y="7213"/>
                  </a:cubicBezTo>
                  <a:cubicBezTo>
                    <a:pt x="4914" y="7213"/>
                    <a:pt x="4892" y="7218"/>
                    <a:pt x="4870" y="7227"/>
                  </a:cubicBezTo>
                  <a:cubicBezTo>
                    <a:pt x="4608" y="7311"/>
                    <a:pt x="4346" y="7370"/>
                    <a:pt x="4060" y="7370"/>
                  </a:cubicBezTo>
                  <a:cubicBezTo>
                    <a:pt x="3036" y="7370"/>
                    <a:pt x="2203" y="6703"/>
                    <a:pt x="2167" y="5870"/>
                  </a:cubicBezTo>
                  <a:close/>
                  <a:moveTo>
                    <a:pt x="6787" y="7680"/>
                  </a:moveTo>
                  <a:cubicBezTo>
                    <a:pt x="6823" y="7739"/>
                    <a:pt x="6823" y="7823"/>
                    <a:pt x="6823" y="7894"/>
                  </a:cubicBezTo>
                  <a:cubicBezTo>
                    <a:pt x="6835" y="9013"/>
                    <a:pt x="5596" y="9930"/>
                    <a:pt x="4084" y="9930"/>
                  </a:cubicBezTo>
                  <a:cubicBezTo>
                    <a:pt x="3846" y="9930"/>
                    <a:pt x="3608" y="9906"/>
                    <a:pt x="3382" y="9870"/>
                  </a:cubicBezTo>
                  <a:cubicBezTo>
                    <a:pt x="4406" y="9811"/>
                    <a:pt x="5311" y="9442"/>
                    <a:pt x="5989" y="8799"/>
                  </a:cubicBezTo>
                  <a:cubicBezTo>
                    <a:pt x="6311" y="8489"/>
                    <a:pt x="6584" y="8096"/>
                    <a:pt x="6787" y="7680"/>
                  </a:cubicBezTo>
                  <a:close/>
                  <a:moveTo>
                    <a:pt x="4096" y="0"/>
                  </a:moveTo>
                  <a:cubicBezTo>
                    <a:pt x="2465" y="0"/>
                    <a:pt x="1120" y="1274"/>
                    <a:pt x="1024" y="2893"/>
                  </a:cubicBezTo>
                  <a:lnTo>
                    <a:pt x="881" y="5465"/>
                  </a:lnTo>
                  <a:cubicBezTo>
                    <a:pt x="834" y="6096"/>
                    <a:pt x="989" y="6703"/>
                    <a:pt x="1286" y="7239"/>
                  </a:cubicBezTo>
                  <a:cubicBezTo>
                    <a:pt x="1108" y="7418"/>
                    <a:pt x="1024" y="7620"/>
                    <a:pt x="1024" y="7870"/>
                  </a:cubicBezTo>
                  <a:lnTo>
                    <a:pt x="1024" y="7906"/>
                  </a:lnTo>
                  <a:lnTo>
                    <a:pt x="786" y="7989"/>
                  </a:lnTo>
                  <a:cubicBezTo>
                    <a:pt x="310" y="8156"/>
                    <a:pt x="0" y="8608"/>
                    <a:pt x="0" y="9108"/>
                  </a:cubicBezTo>
                  <a:lnTo>
                    <a:pt x="0" y="10763"/>
                  </a:lnTo>
                  <a:cubicBezTo>
                    <a:pt x="0" y="10859"/>
                    <a:pt x="72" y="10930"/>
                    <a:pt x="155" y="10930"/>
                  </a:cubicBezTo>
                  <a:cubicBezTo>
                    <a:pt x="238" y="10930"/>
                    <a:pt x="310" y="10859"/>
                    <a:pt x="310" y="10763"/>
                  </a:cubicBezTo>
                  <a:lnTo>
                    <a:pt x="310" y="9097"/>
                  </a:lnTo>
                  <a:cubicBezTo>
                    <a:pt x="310" y="8727"/>
                    <a:pt x="548" y="8394"/>
                    <a:pt x="893" y="8275"/>
                  </a:cubicBezTo>
                  <a:lnTo>
                    <a:pt x="1060" y="8215"/>
                  </a:lnTo>
                  <a:cubicBezTo>
                    <a:pt x="1108" y="8406"/>
                    <a:pt x="1167" y="8608"/>
                    <a:pt x="1262" y="8787"/>
                  </a:cubicBezTo>
                  <a:cubicBezTo>
                    <a:pt x="1298" y="8847"/>
                    <a:pt x="1358" y="8870"/>
                    <a:pt x="1405" y="8870"/>
                  </a:cubicBezTo>
                  <a:cubicBezTo>
                    <a:pt x="1429" y="8870"/>
                    <a:pt x="1465" y="8858"/>
                    <a:pt x="1489" y="8847"/>
                  </a:cubicBezTo>
                  <a:cubicBezTo>
                    <a:pt x="1548" y="8799"/>
                    <a:pt x="1560" y="8704"/>
                    <a:pt x="1536" y="8632"/>
                  </a:cubicBezTo>
                  <a:cubicBezTo>
                    <a:pt x="1405" y="8394"/>
                    <a:pt x="1346" y="8132"/>
                    <a:pt x="1346" y="7870"/>
                  </a:cubicBezTo>
                  <a:cubicBezTo>
                    <a:pt x="1346" y="7739"/>
                    <a:pt x="1381" y="7620"/>
                    <a:pt x="1465" y="7513"/>
                  </a:cubicBezTo>
                  <a:cubicBezTo>
                    <a:pt x="1548" y="7632"/>
                    <a:pt x="1643" y="7751"/>
                    <a:pt x="1739" y="7858"/>
                  </a:cubicBezTo>
                  <a:cubicBezTo>
                    <a:pt x="2360" y="8503"/>
                    <a:pt x="3177" y="8871"/>
                    <a:pt x="4066" y="8871"/>
                  </a:cubicBezTo>
                  <a:cubicBezTo>
                    <a:pt x="4080" y="8871"/>
                    <a:pt x="4094" y="8871"/>
                    <a:pt x="4108" y="8870"/>
                  </a:cubicBezTo>
                  <a:cubicBezTo>
                    <a:pt x="5311" y="8858"/>
                    <a:pt x="6299" y="7870"/>
                    <a:pt x="6299" y="6656"/>
                  </a:cubicBezTo>
                  <a:lnTo>
                    <a:pt x="6299" y="5632"/>
                  </a:lnTo>
                  <a:cubicBezTo>
                    <a:pt x="6299" y="4691"/>
                    <a:pt x="6061" y="3608"/>
                    <a:pt x="5644" y="2715"/>
                  </a:cubicBezTo>
                  <a:cubicBezTo>
                    <a:pt x="5430" y="2262"/>
                    <a:pt x="5191" y="1893"/>
                    <a:pt x="4953" y="1643"/>
                  </a:cubicBezTo>
                  <a:cubicBezTo>
                    <a:pt x="4679" y="1346"/>
                    <a:pt x="4382" y="1191"/>
                    <a:pt x="4096" y="1191"/>
                  </a:cubicBezTo>
                  <a:cubicBezTo>
                    <a:pt x="3810" y="1191"/>
                    <a:pt x="3513" y="1346"/>
                    <a:pt x="3227" y="1643"/>
                  </a:cubicBezTo>
                  <a:cubicBezTo>
                    <a:pt x="2989" y="1893"/>
                    <a:pt x="2751" y="2262"/>
                    <a:pt x="2548" y="2715"/>
                  </a:cubicBezTo>
                  <a:cubicBezTo>
                    <a:pt x="2132" y="3608"/>
                    <a:pt x="1893" y="4691"/>
                    <a:pt x="1893" y="5632"/>
                  </a:cubicBezTo>
                  <a:lnTo>
                    <a:pt x="1893" y="6656"/>
                  </a:lnTo>
                  <a:cubicBezTo>
                    <a:pt x="1893" y="7120"/>
                    <a:pt x="2036" y="7549"/>
                    <a:pt x="2274" y="7906"/>
                  </a:cubicBezTo>
                  <a:cubicBezTo>
                    <a:pt x="2179" y="7834"/>
                    <a:pt x="2084" y="7739"/>
                    <a:pt x="2001" y="7632"/>
                  </a:cubicBezTo>
                  <a:cubicBezTo>
                    <a:pt x="1441" y="7037"/>
                    <a:pt x="1167" y="6287"/>
                    <a:pt x="1203" y="5477"/>
                  </a:cubicBezTo>
                  <a:lnTo>
                    <a:pt x="1358" y="2905"/>
                  </a:lnTo>
                  <a:cubicBezTo>
                    <a:pt x="1441" y="1465"/>
                    <a:pt x="2655" y="310"/>
                    <a:pt x="4108" y="310"/>
                  </a:cubicBezTo>
                  <a:cubicBezTo>
                    <a:pt x="5549" y="310"/>
                    <a:pt x="6763" y="1441"/>
                    <a:pt x="6846" y="2893"/>
                  </a:cubicBezTo>
                  <a:lnTo>
                    <a:pt x="6954" y="4775"/>
                  </a:lnTo>
                  <a:cubicBezTo>
                    <a:pt x="7061" y="6406"/>
                    <a:pt x="6656" y="7692"/>
                    <a:pt x="5787" y="8537"/>
                  </a:cubicBezTo>
                  <a:cubicBezTo>
                    <a:pt x="5095" y="9187"/>
                    <a:pt x="4135" y="9532"/>
                    <a:pt x="3046" y="9532"/>
                  </a:cubicBezTo>
                  <a:cubicBezTo>
                    <a:pt x="2898" y="9532"/>
                    <a:pt x="2748" y="9526"/>
                    <a:pt x="2596" y="9513"/>
                  </a:cubicBezTo>
                  <a:cubicBezTo>
                    <a:pt x="2501" y="9501"/>
                    <a:pt x="2393" y="9466"/>
                    <a:pt x="2322" y="9430"/>
                  </a:cubicBezTo>
                  <a:cubicBezTo>
                    <a:pt x="2191" y="9335"/>
                    <a:pt x="2060" y="9228"/>
                    <a:pt x="1941" y="9132"/>
                  </a:cubicBezTo>
                  <a:cubicBezTo>
                    <a:pt x="1911" y="9102"/>
                    <a:pt x="1870" y="9088"/>
                    <a:pt x="1828" y="9088"/>
                  </a:cubicBezTo>
                  <a:cubicBezTo>
                    <a:pt x="1786" y="9088"/>
                    <a:pt x="1745" y="9102"/>
                    <a:pt x="1715" y="9132"/>
                  </a:cubicBezTo>
                  <a:cubicBezTo>
                    <a:pt x="1655" y="9180"/>
                    <a:pt x="1655" y="9287"/>
                    <a:pt x="1715" y="9347"/>
                  </a:cubicBezTo>
                  <a:cubicBezTo>
                    <a:pt x="2298" y="9906"/>
                    <a:pt x="3167" y="10228"/>
                    <a:pt x="4096" y="10228"/>
                  </a:cubicBezTo>
                  <a:cubicBezTo>
                    <a:pt x="4918" y="10228"/>
                    <a:pt x="5668" y="9990"/>
                    <a:pt x="6251" y="9537"/>
                  </a:cubicBezTo>
                  <a:cubicBezTo>
                    <a:pt x="6727" y="9180"/>
                    <a:pt x="7037" y="8704"/>
                    <a:pt x="7132" y="8204"/>
                  </a:cubicBezTo>
                  <a:lnTo>
                    <a:pt x="7299" y="8263"/>
                  </a:lnTo>
                  <a:cubicBezTo>
                    <a:pt x="7632" y="8382"/>
                    <a:pt x="7870" y="8704"/>
                    <a:pt x="7870" y="9085"/>
                  </a:cubicBezTo>
                  <a:lnTo>
                    <a:pt x="7870" y="10728"/>
                  </a:lnTo>
                  <a:cubicBezTo>
                    <a:pt x="7870" y="10823"/>
                    <a:pt x="7954" y="10894"/>
                    <a:pt x="8025" y="10894"/>
                  </a:cubicBezTo>
                  <a:cubicBezTo>
                    <a:pt x="8108" y="10894"/>
                    <a:pt x="8192" y="10823"/>
                    <a:pt x="8192" y="10728"/>
                  </a:cubicBezTo>
                  <a:lnTo>
                    <a:pt x="8192" y="9061"/>
                  </a:lnTo>
                  <a:cubicBezTo>
                    <a:pt x="8192" y="8620"/>
                    <a:pt x="7870" y="8156"/>
                    <a:pt x="7394" y="8001"/>
                  </a:cubicBezTo>
                  <a:lnTo>
                    <a:pt x="7156" y="7906"/>
                  </a:lnTo>
                  <a:lnTo>
                    <a:pt x="7156" y="7882"/>
                  </a:lnTo>
                  <a:cubicBezTo>
                    <a:pt x="7156" y="7656"/>
                    <a:pt x="7096" y="7477"/>
                    <a:pt x="6954" y="7311"/>
                  </a:cubicBezTo>
                  <a:cubicBezTo>
                    <a:pt x="7216" y="6584"/>
                    <a:pt x="7323" y="5739"/>
                    <a:pt x="7263" y="4786"/>
                  </a:cubicBezTo>
                  <a:lnTo>
                    <a:pt x="7156" y="2893"/>
                  </a:lnTo>
                  <a:cubicBezTo>
                    <a:pt x="7049" y="1274"/>
                    <a:pt x="5715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7" name="Google Shape;11981;p60"/>
            <p:cNvSpPr/>
            <p:nvPr/>
          </p:nvSpPr>
          <p:spPr>
            <a:xfrm>
              <a:off x="7270645" y="3044519"/>
              <a:ext cx="43402" cy="15396"/>
            </a:xfrm>
            <a:custGeom>
              <a:avLst/>
              <a:gdLst/>
              <a:ahLst/>
              <a:cxnLst/>
              <a:rect l="l" t="t" r="r" b="b"/>
              <a:pathLst>
                <a:path w="1370" h="486" extrusionOk="0">
                  <a:moveTo>
                    <a:pt x="173" y="1"/>
                  </a:moveTo>
                  <a:cubicBezTo>
                    <a:pt x="131" y="1"/>
                    <a:pt x="90" y="15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cubicBezTo>
                    <a:pt x="203" y="402"/>
                    <a:pt x="441" y="486"/>
                    <a:pt x="691" y="486"/>
                  </a:cubicBezTo>
                  <a:cubicBezTo>
                    <a:pt x="941" y="486"/>
                    <a:pt x="1179" y="414"/>
                    <a:pt x="1310" y="260"/>
                  </a:cubicBezTo>
                  <a:cubicBezTo>
                    <a:pt x="1370" y="200"/>
                    <a:pt x="1370" y="105"/>
                    <a:pt x="1310" y="45"/>
                  </a:cubicBezTo>
                  <a:cubicBezTo>
                    <a:pt x="1280" y="15"/>
                    <a:pt x="1242" y="1"/>
                    <a:pt x="1203" y="1"/>
                  </a:cubicBezTo>
                  <a:cubicBezTo>
                    <a:pt x="1164" y="1"/>
                    <a:pt x="1126" y="15"/>
                    <a:pt x="1096" y="45"/>
                  </a:cubicBezTo>
                  <a:cubicBezTo>
                    <a:pt x="1036" y="105"/>
                    <a:pt x="893" y="152"/>
                    <a:pt x="691" y="152"/>
                  </a:cubicBezTo>
                  <a:cubicBezTo>
                    <a:pt x="477" y="152"/>
                    <a:pt x="346" y="81"/>
                    <a:pt x="286" y="45"/>
                  </a:cubicBezTo>
                  <a:cubicBezTo>
                    <a:pt x="256" y="15"/>
                    <a:pt x="215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8" name="Google Shape;11982;p60"/>
            <p:cNvSpPr/>
            <p:nvPr/>
          </p:nvSpPr>
          <p:spPr>
            <a:xfrm>
              <a:off x="7254805" y="3006344"/>
              <a:ext cx="10201" cy="15492"/>
            </a:xfrm>
            <a:custGeom>
              <a:avLst/>
              <a:gdLst/>
              <a:ahLst/>
              <a:cxnLst/>
              <a:rect l="l" t="t" r="r" b="b"/>
              <a:pathLst>
                <a:path w="322" h="489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72" y="488"/>
                    <a:pt x="167" y="488"/>
                  </a:cubicBezTo>
                  <a:cubicBezTo>
                    <a:pt x="250" y="488"/>
                    <a:pt x="322" y="417"/>
                    <a:pt x="322" y="322"/>
                  </a:cubicBezTo>
                  <a:lnTo>
                    <a:pt x="322" y="155"/>
                  </a:lnTo>
                  <a:cubicBezTo>
                    <a:pt x="322" y="71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9" name="Google Shape;11983;p60"/>
            <p:cNvSpPr/>
            <p:nvPr/>
          </p:nvSpPr>
          <p:spPr>
            <a:xfrm>
              <a:off x="7319686" y="3006344"/>
              <a:ext cx="10581" cy="15492"/>
            </a:xfrm>
            <a:custGeom>
              <a:avLst/>
              <a:gdLst/>
              <a:ahLst/>
              <a:cxnLst/>
              <a:rect l="l" t="t" r="r" b="b"/>
              <a:pathLst>
                <a:path w="334" h="489" extrusionOk="0">
                  <a:moveTo>
                    <a:pt x="167" y="0"/>
                  </a:moveTo>
                  <a:cubicBezTo>
                    <a:pt x="84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84" y="488"/>
                    <a:pt x="167" y="488"/>
                  </a:cubicBezTo>
                  <a:cubicBezTo>
                    <a:pt x="262" y="488"/>
                    <a:pt x="334" y="417"/>
                    <a:pt x="334" y="322"/>
                  </a:cubicBezTo>
                  <a:lnTo>
                    <a:pt x="334" y="155"/>
                  </a:lnTo>
                  <a:cubicBezTo>
                    <a:pt x="334" y="71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0" name="Google Shape;11984;p60"/>
            <p:cNvSpPr/>
            <p:nvPr/>
          </p:nvSpPr>
          <p:spPr>
            <a:xfrm>
              <a:off x="7249135" y="2990124"/>
              <a:ext cx="21162" cy="10581"/>
            </a:xfrm>
            <a:custGeom>
              <a:avLst/>
              <a:gdLst/>
              <a:ahLst/>
              <a:cxnLst/>
              <a:rect l="l" t="t" r="r" b="b"/>
              <a:pathLst>
                <a:path w="668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lnTo>
                    <a:pt x="501" y="333"/>
                  </a:lnTo>
                  <a:cubicBezTo>
                    <a:pt x="596" y="333"/>
                    <a:pt x="668" y="250"/>
                    <a:pt x="668" y="167"/>
                  </a:cubicBezTo>
                  <a:cubicBezTo>
                    <a:pt x="668" y="60"/>
                    <a:pt x="596" y="0"/>
                    <a:pt x="5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1" name="Google Shape;11985;p60"/>
            <p:cNvSpPr/>
            <p:nvPr/>
          </p:nvSpPr>
          <p:spPr>
            <a:xfrm>
              <a:off x="7314015" y="2990124"/>
              <a:ext cx="21542" cy="10581"/>
            </a:xfrm>
            <a:custGeom>
              <a:avLst/>
              <a:gdLst/>
              <a:ahLst/>
              <a:cxnLst/>
              <a:rect l="l" t="t" r="r" b="b"/>
              <a:pathLst>
                <a:path w="680" h="33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33"/>
                    <a:pt x="167" y="333"/>
                  </a:cubicBezTo>
                  <a:lnTo>
                    <a:pt x="513" y="333"/>
                  </a:lnTo>
                  <a:cubicBezTo>
                    <a:pt x="596" y="333"/>
                    <a:pt x="667" y="250"/>
                    <a:pt x="667" y="167"/>
                  </a:cubicBezTo>
                  <a:cubicBezTo>
                    <a:pt x="679" y="60"/>
                    <a:pt x="596" y="0"/>
                    <a:pt x="5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58" name="Google Shape;11979;p60"/>
          <p:cNvGrpSpPr/>
          <p:nvPr/>
        </p:nvGrpSpPr>
        <p:grpSpPr>
          <a:xfrm>
            <a:off x="4379877" y="1515863"/>
            <a:ext cx="437406" cy="622675"/>
            <a:chOff x="7162775" y="2881113"/>
            <a:chExt cx="259523" cy="346294"/>
          </a:xfrm>
          <a:solidFill>
            <a:schemeClr val="tx1"/>
          </a:solidFill>
        </p:grpSpPr>
        <p:sp>
          <p:nvSpPr>
            <p:cNvPr id="59" name="Google Shape;11980;p60"/>
            <p:cNvSpPr/>
            <p:nvPr/>
          </p:nvSpPr>
          <p:spPr>
            <a:xfrm>
              <a:off x="7162775" y="2881113"/>
              <a:ext cx="259523" cy="346294"/>
            </a:xfrm>
            <a:custGeom>
              <a:avLst/>
              <a:gdLst/>
              <a:ahLst/>
              <a:cxnLst/>
              <a:rect l="l" t="t" r="r" b="b"/>
              <a:pathLst>
                <a:path w="8192" h="10931" extrusionOk="0">
                  <a:moveTo>
                    <a:pt x="4084" y="1536"/>
                  </a:moveTo>
                  <a:cubicBezTo>
                    <a:pt x="4382" y="1536"/>
                    <a:pt x="4703" y="1810"/>
                    <a:pt x="4989" y="2239"/>
                  </a:cubicBezTo>
                  <a:lnTo>
                    <a:pt x="3155" y="2239"/>
                  </a:lnTo>
                  <a:cubicBezTo>
                    <a:pt x="3453" y="1810"/>
                    <a:pt x="3787" y="1536"/>
                    <a:pt x="4084" y="1536"/>
                  </a:cubicBezTo>
                  <a:close/>
                  <a:moveTo>
                    <a:pt x="5191" y="2560"/>
                  </a:moveTo>
                  <a:cubicBezTo>
                    <a:pt x="5596" y="3310"/>
                    <a:pt x="5906" y="4334"/>
                    <a:pt x="5965" y="5322"/>
                  </a:cubicBezTo>
                  <a:cubicBezTo>
                    <a:pt x="5621" y="6068"/>
                    <a:pt x="4891" y="6515"/>
                    <a:pt x="4082" y="6515"/>
                  </a:cubicBezTo>
                  <a:cubicBezTo>
                    <a:pt x="4051" y="6515"/>
                    <a:pt x="4020" y="6514"/>
                    <a:pt x="3989" y="6513"/>
                  </a:cubicBezTo>
                  <a:cubicBezTo>
                    <a:pt x="3608" y="6489"/>
                    <a:pt x="3227" y="6358"/>
                    <a:pt x="2905" y="6120"/>
                  </a:cubicBezTo>
                  <a:cubicBezTo>
                    <a:pt x="2596" y="5894"/>
                    <a:pt x="2358" y="5596"/>
                    <a:pt x="2203" y="5239"/>
                  </a:cubicBezTo>
                  <a:cubicBezTo>
                    <a:pt x="2274" y="4286"/>
                    <a:pt x="2572" y="3274"/>
                    <a:pt x="2977" y="2560"/>
                  </a:cubicBezTo>
                  <a:close/>
                  <a:moveTo>
                    <a:pt x="2167" y="5870"/>
                  </a:moveTo>
                  <a:cubicBezTo>
                    <a:pt x="2322" y="6060"/>
                    <a:pt x="2501" y="6239"/>
                    <a:pt x="2691" y="6394"/>
                  </a:cubicBezTo>
                  <a:cubicBezTo>
                    <a:pt x="3060" y="6656"/>
                    <a:pt x="3501" y="6799"/>
                    <a:pt x="3953" y="6834"/>
                  </a:cubicBezTo>
                  <a:lnTo>
                    <a:pt x="4072" y="6834"/>
                  </a:lnTo>
                  <a:cubicBezTo>
                    <a:pt x="4525" y="6834"/>
                    <a:pt x="4965" y="6715"/>
                    <a:pt x="5346" y="6465"/>
                  </a:cubicBezTo>
                  <a:cubicBezTo>
                    <a:pt x="5584" y="6310"/>
                    <a:pt x="5787" y="6120"/>
                    <a:pt x="5953" y="5906"/>
                  </a:cubicBezTo>
                  <a:lnTo>
                    <a:pt x="5953" y="5906"/>
                  </a:lnTo>
                  <a:cubicBezTo>
                    <a:pt x="5918" y="6287"/>
                    <a:pt x="5739" y="6620"/>
                    <a:pt x="5430" y="6894"/>
                  </a:cubicBezTo>
                  <a:cubicBezTo>
                    <a:pt x="5358" y="6953"/>
                    <a:pt x="5358" y="7061"/>
                    <a:pt x="5418" y="7120"/>
                  </a:cubicBezTo>
                  <a:cubicBezTo>
                    <a:pt x="5441" y="7156"/>
                    <a:pt x="5489" y="7180"/>
                    <a:pt x="5537" y="7180"/>
                  </a:cubicBezTo>
                  <a:cubicBezTo>
                    <a:pt x="5561" y="7180"/>
                    <a:pt x="5608" y="7156"/>
                    <a:pt x="5644" y="7132"/>
                  </a:cubicBezTo>
                  <a:cubicBezTo>
                    <a:pt x="5763" y="7025"/>
                    <a:pt x="5858" y="6906"/>
                    <a:pt x="5953" y="6787"/>
                  </a:cubicBezTo>
                  <a:lnTo>
                    <a:pt x="5953" y="6787"/>
                  </a:lnTo>
                  <a:cubicBezTo>
                    <a:pt x="5894" y="7775"/>
                    <a:pt x="5072" y="8561"/>
                    <a:pt x="4060" y="8561"/>
                  </a:cubicBezTo>
                  <a:cubicBezTo>
                    <a:pt x="3084" y="8561"/>
                    <a:pt x="2263" y="7787"/>
                    <a:pt x="2191" y="6787"/>
                  </a:cubicBezTo>
                  <a:lnTo>
                    <a:pt x="2191" y="6787"/>
                  </a:lnTo>
                  <a:cubicBezTo>
                    <a:pt x="2572" y="7323"/>
                    <a:pt x="3275" y="7680"/>
                    <a:pt x="4084" y="7680"/>
                  </a:cubicBezTo>
                  <a:cubicBezTo>
                    <a:pt x="4394" y="7680"/>
                    <a:pt x="4703" y="7620"/>
                    <a:pt x="4989" y="7525"/>
                  </a:cubicBezTo>
                  <a:cubicBezTo>
                    <a:pt x="5072" y="7489"/>
                    <a:pt x="5108" y="7406"/>
                    <a:pt x="5072" y="7311"/>
                  </a:cubicBezTo>
                  <a:cubicBezTo>
                    <a:pt x="5055" y="7249"/>
                    <a:pt x="4998" y="7213"/>
                    <a:pt x="4936" y="7213"/>
                  </a:cubicBezTo>
                  <a:cubicBezTo>
                    <a:pt x="4914" y="7213"/>
                    <a:pt x="4892" y="7218"/>
                    <a:pt x="4870" y="7227"/>
                  </a:cubicBezTo>
                  <a:cubicBezTo>
                    <a:pt x="4608" y="7311"/>
                    <a:pt x="4346" y="7370"/>
                    <a:pt x="4060" y="7370"/>
                  </a:cubicBezTo>
                  <a:cubicBezTo>
                    <a:pt x="3036" y="7370"/>
                    <a:pt x="2203" y="6703"/>
                    <a:pt x="2167" y="5870"/>
                  </a:cubicBezTo>
                  <a:close/>
                  <a:moveTo>
                    <a:pt x="6787" y="7680"/>
                  </a:moveTo>
                  <a:cubicBezTo>
                    <a:pt x="6823" y="7739"/>
                    <a:pt x="6823" y="7823"/>
                    <a:pt x="6823" y="7894"/>
                  </a:cubicBezTo>
                  <a:cubicBezTo>
                    <a:pt x="6835" y="9013"/>
                    <a:pt x="5596" y="9930"/>
                    <a:pt x="4084" y="9930"/>
                  </a:cubicBezTo>
                  <a:cubicBezTo>
                    <a:pt x="3846" y="9930"/>
                    <a:pt x="3608" y="9906"/>
                    <a:pt x="3382" y="9870"/>
                  </a:cubicBezTo>
                  <a:cubicBezTo>
                    <a:pt x="4406" y="9811"/>
                    <a:pt x="5311" y="9442"/>
                    <a:pt x="5989" y="8799"/>
                  </a:cubicBezTo>
                  <a:cubicBezTo>
                    <a:pt x="6311" y="8489"/>
                    <a:pt x="6584" y="8096"/>
                    <a:pt x="6787" y="7680"/>
                  </a:cubicBezTo>
                  <a:close/>
                  <a:moveTo>
                    <a:pt x="4096" y="0"/>
                  </a:moveTo>
                  <a:cubicBezTo>
                    <a:pt x="2465" y="0"/>
                    <a:pt x="1120" y="1274"/>
                    <a:pt x="1024" y="2893"/>
                  </a:cubicBezTo>
                  <a:lnTo>
                    <a:pt x="881" y="5465"/>
                  </a:lnTo>
                  <a:cubicBezTo>
                    <a:pt x="834" y="6096"/>
                    <a:pt x="989" y="6703"/>
                    <a:pt x="1286" y="7239"/>
                  </a:cubicBezTo>
                  <a:cubicBezTo>
                    <a:pt x="1108" y="7418"/>
                    <a:pt x="1024" y="7620"/>
                    <a:pt x="1024" y="7870"/>
                  </a:cubicBezTo>
                  <a:lnTo>
                    <a:pt x="1024" y="7906"/>
                  </a:lnTo>
                  <a:lnTo>
                    <a:pt x="786" y="7989"/>
                  </a:lnTo>
                  <a:cubicBezTo>
                    <a:pt x="310" y="8156"/>
                    <a:pt x="0" y="8608"/>
                    <a:pt x="0" y="9108"/>
                  </a:cubicBezTo>
                  <a:lnTo>
                    <a:pt x="0" y="10763"/>
                  </a:lnTo>
                  <a:cubicBezTo>
                    <a:pt x="0" y="10859"/>
                    <a:pt x="72" y="10930"/>
                    <a:pt x="155" y="10930"/>
                  </a:cubicBezTo>
                  <a:cubicBezTo>
                    <a:pt x="238" y="10930"/>
                    <a:pt x="310" y="10859"/>
                    <a:pt x="310" y="10763"/>
                  </a:cubicBezTo>
                  <a:lnTo>
                    <a:pt x="310" y="9097"/>
                  </a:lnTo>
                  <a:cubicBezTo>
                    <a:pt x="310" y="8727"/>
                    <a:pt x="548" y="8394"/>
                    <a:pt x="893" y="8275"/>
                  </a:cubicBezTo>
                  <a:lnTo>
                    <a:pt x="1060" y="8215"/>
                  </a:lnTo>
                  <a:cubicBezTo>
                    <a:pt x="1108" y="8406"/>
                    <a:pt x="1167" y="8608"/>
                    <a:pt x="1262" y="8787"/>
                  </a:cubicBezTo>
                  <a:cubicBezTo>
                    <a:pt x="1298" y="8847"/>
                    <a:pt x="1358" y="8870"/>
                    <a:pt x="1405" y="8870"/>
                  </a:cubicBezTo>
                  <a:cubicBezTo>
                    <a:pt x="1429" y="8870"/>
                    <a:pt x="1465" y="8858"/>
                    <a:pt x="1489" y="8847"/>
                  </a:cubicBezTo>
                  <a:cubicBezTo>
                    <a:pt x="1548" y="8799"/>
                    <a:pt x="1560" y="8704"/>
                    <a:pt x="1536" y="8632"/>
                  </a:cubicBezTo>
                  <a:cubicBezTo>
                    <a:pt x="1405" y="8394"/>
                    <a:pt x="1346" y="8132"/>
                    <a:pt x="1346" y="7870"/>
                  </a:cubicBezTo>
                  <a:cubicBezTo>
                    <a:pt x="1346" y="7739"/>
                    <a:pt x="1381" y="7620"/>
                    <a:pt x="1465" y="7513"/>
                  </a:cubicBezTo>
                  <a:cubicBezTo>
                    <a:pt x="1548" y="7632"/>
                    <a:pt x="1643" y="7751"/>
                    <a:pt x="1739" y="7858"/>
                  </a:cubicBezTo>
                  <a:cubicBezTo>
                    <a:pt x="2360" y="8503"/>
                    <a:pt x="3177" y="8871"/>
                    <a:pt x="4066" y="8871"/>
                  </a:cubicBezTo>
                  <a:cubicBezTo>
                    <a:pt x="4080" y="8871"/>
                    <a:pt x="4094" y="8871"/>
                    <a:pt x="4108" y="8870"/>
                  </a:cubicBezTo>
                  <a:cubicBezTo>
                    <a:pt x="5311" y="8858"/>
                    <a:pt x="6299" y="7870"/>
                    <a:pt x="6299" y="6656"/>
                  </a:cubicBezTo>
                  <a:lnTo>
                    <a:pt x="6299" y="5632"/>
                  </a:lnTo>
                  <a:cubicBezTo>
                    <a:pt x="6299" y="4691"/>
                    <a:pt x="6061" y="3608"/>
                    <a:pt x="5644" y="2715"/>
                  </a:cubicBezTo>
                  <a:cubicBezTo>
                    <a:pt x="5430" y="2262"/>
                    <a:pt x="5191" y="1893"/>
                    <a:pt x="4953" y="1643"/>
                  </a:cubicBezTo>
                  <a:cubicBezTo>
                    <a:pt x="4679" y="1346"/>
                    <a:pt x="4382" y="1191"/>
                    <a:pt x="4096" y="1191"/>
                  </a:cubicBezTo>
                  <a:cubicBezTo>
                    <a:pt x="3810" y="1191"/>
                    <a:pt x="3513" y="1346"/>
                    <a:pt x="3227" y="1643"/>
                  </a:cubicBezTo>
                  <a:cubicBezTo>
                    <a:pt x="2989" y="1893"/>
                    <a:pt x="2751" y="2262"/>
                    <a:pt x="2548" y="2715"/>
                  </a:cubicBezTo>
                  <a:cubicBezTo>
                    <a:pt x="2132" y="3608"/>
                    <a:pt x="1893" y="4691"/>
                    <a:pt x="1893" y="5632"/>
                  </a:cubicBezTo>
                  <a:lnTo>
                    <a:pt x="1893" y="6656"/>
                  </a:lnTo>
                  <a:cubicBezTo>
                    <a:pt x="1893" y="7120"/>
                    <a:pt x="2036" y="7549"/>
                    <a:pt x="2274" y="7906"/>
                  </a:cubicBezTo>
                  <a:cubicBezTo>
                    <a:pt x="2179" y="7834"/>
                    <a:pt x="2084" y="7739"/>
                    <a:pt x="2001" y="7632"/>
                  </a:cubicBezTo>
                  <a:cubicBezTo>
                    <a:pt x="1441" y="7037"/>
                    <a:pt x="1167" y="6287"/>
                    <a:pt x="1203" y="5477"/>
                  </a:cubicBezTo>
                  <a:lnTo>
                    <a:pt x="1358" y="2905"/>
                  </a:lnTo>
                  <a:cubicBezTo>
                    <a:pt x="1441" y="1465"/>
                    <a:pt x="2655" y="310"/>
                    <a:pt x="4108" y="310"/>
                  </a:cubicBezTo>
                  <a:cubicBezTo>
                    <a:pt x="5549" y="310"/>
                    <a:pt x="6763" y="1441"/>
                    <a:pt x="6846" y="2893"/>
                  </a:cubicBezTo>
                  <a:lnTo>
                    <a:pt x="6954" y="4775"/>
                  </a:lnTo>
                  <a:cubicBezTo>
                    <a:pt x="7061" y="6406"/>
                    <a:pt x="6656" y="7692"/>
                    <a:pt x="5787" y="8537"/>
                  </a:cubicBezTo>
                  <a:cubicBezTo>
                    <a:pt x="5095" y="9187"/>
                    <a:pt x="4135" y="9532"/>
                    <a:pt x="3046" y="9532"/>
                  </a:cubicBezTo>
                  <a:cubicBezTo>
                    <a:pt x="2898" y="9532"/>
                    <a:pt x="2748" y="9526"/>
                    <a:pt x="2596" y="9513"/>
                  </a:cubicBezTo>
                  <a:cubicBezTo>
                    <a:pt x="2501" y="9501"/>
                    <a:pt x="2393" y="9466"/>
                    <a:pt x="2322" y="9430"/>
                  </a:cubicBezTo>
                  <a:cubicBezTo>
                    <a:pt x="2191" y="9335"/>
                    <a:pt x="2060" y="9228"/>
                    <a:pt x="1941" y="9132"/>
                  </a:cubicBezTo>
                  <a:cubicBezTo>
                    <a:pt x="1911" y="9102"/>
                    <a:pt x="1870" y="9088"/>
                    <a:pt x="1828" y="9088"/>
                  </a:cubicBezTo>
                  <a:cubicBezTo>
                    <a:pt x="1786" y="9088"/>
                    <a:pt x="1745" y="9102"/>
                    <a:pt x="1715" y="9132"/>
                  </a:cubicBezTo>
                  <a:cubicBezTo>
                    <a:pt x="1655" y="9180"/>
                    <a:pt x="1655" y="9287"/>
                    <a:pt x="1715" y="9347"/>
                  </a:cubicBezTo>
                  <a:cubicBezTo>
                    <a:pt x="2298" y="9906"/>
                    <a:pt x="3167" y="10228"/>
                    <a:pt x="4096" y="10228"/>
                  </a:cubicBezTo>
                  <a:cubicBezTo>
                    <a:pt x="4918" y="10228"/>
                    <a:pt x="5668" y="9990"/>
                    <a:pt x="6251" y="9537"/>
                  </a:cubicBezTo>
                  <a:cubicBezTo>
                    <a:pt x="6727" y="9180"/>
                    <a:pt x="7037" y="8704"/>
                    <a:pt x="7132" y="8204"/>
                  </a:cubicBezTo>
                  <a:lnTo>
                    <a:pt x="7299" y="8263"/>
                  </a:lnTo>
                  <a:cubicBezTo>
                    <a:pt x="7632" y="8382"/>
                    <a:pt x="7870" y="8704"/>
                    <a:pt x="7870" y="9085"/>
                  </a:cubicBezTo>
                  <a:lnTo>
                    <a:pt x="7870" y="10728"/>
                  </a:lnTo>
                  <a:cubicBezTo>
                    <a:pt x="7870" y="10823"/>
                    <a:pt x="7954" y="10894"/>
                    <a:pt x="8025" y="10894"/>
                  </a:cubicBezTo>
                  <a:cubicBezTo>
                    <a:pt x="8108" y="10894"/>
                    <a:pt x="8192" y="10823"/>
                    <a:pt x="8192" y="10728"/>
                  </a:cubicBezTo>
                  <a:lnTo>
                    <a:pt x="8192" y="9061"/>
                  </a:lnTo>
                  <a:cubicBezTo>
                    <a:pt x="8192" y="8620"/>
                    <a:pt x="7870" y="8156"/>
                    <a:pt x="7394" y="8001"/>
                  </a:cubicBezTo>
                  <a:lnTo>
                    <a:pt x="7156" y="7906"/>
                  </a:lnTo>
                  <a:lnTo>
                    <a:pt x="7156" y="7882"/>
                  </a:lnTo>
                  <a:cubicBezTo>
                    <a:pt x="7156" y="7656"/>
                    <a:pt x="7096" y="7477"/>
                    <a:pt x="6954" y="7311"/>
                  </a:cubicBezTo>
                  <a:cubicBezTo>
                    <a:pt x="7216" y="6584"/>
                    <a:pt x="7323" y="5739"/>
                    <a:pt x="7263" y="4786"/>
                  </a:cubicBezTo>
                  <a:lnTo>
                    <a:pt x="7156" y="2893"/>
                  </a:lnTo>
                  <a:cubicBezTo>
                    <a:pt x="7049" y="1274"/>
                    <a:pt x="5715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0" name="Google Shape;11981;p60"/>
            <p:cNvSpPr/>
            <p:nvPr/>
          </p:nvSpPr>
          <p:spPr>
            <a:xfrm>
              <a:off x="7270645" y="3044519"/>
              <a:ext cx="43402" cy="15396"/>
            </a:xfrm>
            <a:custGeom>
              <a:avLst/>
              <a:gdLst/>
              <a:ahLst/>
              <a:cxnLst/>
              <a:rect l="l" t="t" r="r" b="b"/>
              <a:pathLst>
                <a:path w="1370" h="486" extrusionOk="0">
                  <a:moveTo>
                    <a:pt x="173" y="1"/>
                  </a:moveTo>
                  <a:cubicBezTo>
                    <a:pt x="131" y="1"/>
                    <a:pt x="90" y="15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cubicBezTo>
                    <a:pt x="203" y="402"/>
                    <a:pt x="441" y="486"/>
                    <a:pt x="691" y="486"/>
                  </a:cubicBezTo>
                  <a:cubicBezTo>
                    <a:pt x="941" y="486"/>
                    <a:pt x="1179" y="414"/>
                    <a:pt x="1310" y="260"/>
                  </a:cubicBezTo>
                  <a:cubicBezTo>
                    <a:pt x="1370" y="200"/>
                    <a:pt x="1370" y="105"/>
                    <a:pt x="1310" y="45"/>
                  </a:cubicBezTo>
                  <a:cubicBezTo>
                    <a:pt x="1280" y="15"/>
                    <a:pt x="1242" y="1"/>
                    <a:pt x="1203" y="1"/>
                  </a:cubicBezTo>
                  <a:cubicBezTo>
                    <a:pt x="1164" y="1"/>
                    <a:pt x="1126" y="15"/>
                    <a:pt x="1096" y="45"/>
                  </a:cubicBezTo>
                  <a:cubicBezTo>
                    <a:pt x="1036" y="105"/>
                    <a:pt x="893" y="152"/>
                    <a:pt x="691" y="152"/>
                  </a:cubicBezTo>
                  <a:cubicBezTo>
                    <a:pt x="477" y="152"/>
                    <a:pt x="346" y="81"/>
                    <a:pt x="286" y="45"/>
                  </a:cubicBezTo>
                  <a:cubicBezTo>
                    <a:pt x="256" y="15"/>
                    <a:pt x="215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1" name="Google Shape;11982;p60"/>
            <p:cNvSpPr/>
            <p:nvPr/>
          </p:nvSpPr>
          <p:spPr>
            <a:xfrm>
              <a:off x="7254805" y="3006344"/>
              <a:ext cx="10201" cy="15492"/>
            </a:xfrm>
            <a:custGeom>
              <a:avLst/>
              <a:gdLst/>
              <a:ahLst/>
              <a:cxnLst/>
              <a:rect l="l" t="t" r="r" b="b"/>
              <a:pathLst>
                <a:path w="322" h="489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72" y="488"/>
                    <a:pt x="167" y="488"/>
                  </a:cubicBezTo>
                  <a:cubicBezTo>
                    <a:pt x="250" y="488"/>
                    <a:pt x="322" y="417"/>
                    <a:pt x="322" y="322"/>
                  </a:cubicBezTo>
                  <a:lnTo>
                    <a:pt x="322" y="155"/>
                  </a:lnTo>
                  <a:cubicBezTo>
                    <a:pt x="322" y="71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2" name="Google Shape;11983;p60"/>
            <p:cNvSpPr/>
            <p:nvPr/>
          </p:nvSpPr>
          <p:spPr>
            <a:xfrm>
              <a:off x="7319686" y="3006344"/>
              <a:ext cx="10581" cy="15492"/>
            </a:xfrm>
            <a:custGeom>
              <a:avLst/>
              <a:gdLst/>
              <a:ahLst/>
              <a:cxnLst/>
              <a:rect l="l" t="t" r="r" b="b"/>
              <a:pathLst>
                <a:path w="334" h="489" extrusionOk="0">
                  <a:moveTo>
                    <a:pt x="167" y="0"/>
                  </a:moveTo>
                  <a:cubicBezTo>
                    <a:pt x="84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84" y="488"/>
                    <a:pt x="167" y="488"/>
                  </a:cubicBezTo>
                  <a:cubicBezTo>
                    <a:pt x="262" y="488"/>
                    <a:pt x="334" y="417"/>
                    <a:pt x="334" y="322"/>
                  </a:cubicBezTo>
                  <a:lnTo>
                    <a:pt x="334" y="155"/>
                  </a:lnTo>
                  <a:cubicBezTo>
                    <a:pt x="334" y="71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3" name="Google Shape;11984;p60"/>
            <p:cNvSpPr/>
            <p:nvPr/>
          </p:nvSpPr>
          <p:spPr>
            <a:xfrm>
              <a:off x="7249135" y="2990124"/>
              <a:ext cx="21162" cy="10581"/>
            </a:xfrm>
            <a:custGeom>
              <a:avLst/>
              <a:gdLst/>
              <a:ahLst/>
              <a:cxnLst/>
              <a:rect l="l" t="t" r="r" b="b"/>
              <a:pathLst>
                <a:path w="668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lnTo>
                    <a:pt x="501" y="333"/>
                  </a:lnTo>
                  <a:cubicBezTo>
                    <a:pt x="596" y="333"/>
                    <a:pt x="668" y="250"/>
                    <a:pt x="668" y="167"/>
                  </a:cubicBezTo>
                  <a:cubicBezTo>
                    <a:pt x="668" y="60"/>
                    <a:pt x="596" y="0"/>
                    <a:pt x="5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4" name="Google Shape;11985;p60"/>
            <p:cNvSpPr/>
            <p:nvPr/>
          </p:nvSpPr>
          <p:spPr>
            <a:xfrm>
              <a:off x="7314015" y="2990124"/>
              <a:ext cx="21542" cy="10581"/>
            </a:xfrm>
            <a:custGeom>
              <a:avLst/>
              <a:gdLst/>
              <a:ahLst/>
              <a:cxnLst/>
              <a:rect l="l" t="t" r="r" b="b"/>
              <a:pathLst>
                <a:path w="680" h="33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33"/>
                    <a:pt x="167" y="333"/>
                  </a:cubicBezTo>
                  <a:lnTo>
                    <a:pt x="513" y="333"/>
                  </a:lnTo>
                  <a:cubicBezTo>
                    <a:pt x="596" y="333"/>
                    <a:pt x="667" y="250"/>
                    <a:pt x="667" y="167"/>
                  </a:cubicBezTo>
                  <a:cubicBezTo>
                    <a:pt x="679" y="60"/>
                    <a:pt x="596" y="0"/>
                    <a:pt x="5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65" name="Google Shape;11979;p60"/>
          <p:cNvGrpSpPr/>
          <p:nvPr/>
        </p:nvGrpSpPr>
        <p:grpSpPr>
          <a:xfrm>
            <a:off x="6320941" y="1548521"/>
            <a:ext cx="437406" cy="622675"/>
            <a:chOff x="7162775" y="2881113"/>
            <a:chExt cx="259523" cy="346294"/>
          </a:xfrm>
          <a:solidFill>
            <a:schemeClr val="tx1"/>
          </a:solidFill>
        </p:grpSpPr>
        <p:sp>
          <p:nvSpPr>
            <p:cNvPr id="66" name="Google Shape;11980;p60"/>
            <p:cNvSpPr/>
            <p:nvPr/>
          </p:nvSpPr>
          <p:spPr>
            <a:xfrm>
              <a:off x="7162775" y="2881113"/>
              <a:ext cx="259523" cy="346294"/>
            </a:xfrm>
            <a:custGeom>
              <a:avLst/>
              <a:gdLst/>
              <a:ahLst/>
              <a:cxnLst/>
              <a:rect l="l" t="t" r="r" b="b"/>
              <a:pathLst>
                <a:path w="8192" h="10931" extrusionOk="0">
                  <a:moveTo>
                    <a:pt x="4084" y="1536"/>
                  </a:moveTo>
                  <a:cubicBezTo>
                    <a:pt x="4382" y="1536"/>
                    <a:pt x="4703" y="1810"/>
                    <a:pt x="4989" y="2239"/>
                  </a:cubicBezTo>
                  <a:lnTo>
                    <a:pt x="3155" y="2239"/>
                  </a:lnTo>
                  <a:cubicBezTo>
                    <a:pt x="3453" y="1810"/>
                    <a:pt x="3787" y="1536"/>
                    <a:pt x="4084" y="1536"/>
                  </a:cubicBezTo>
                  <a:close/>
                  <a:moveTo>
                    <a:pt x="5191" y="2560"/>
                  </a:moveTo>
                  <a:cubicBezTo>
                    <a:pt x="5596" y="3310"/>
                    <a:pt x="5906" y="4334"/>
                    <a:pt x="5965" y="5322"/>
                  </a:cubicBezTo>
                  <a:cubicBezTo>
                    <a:pt x="5621" y="6068"/>
                    <a:pt x="4891" y="6515"/>
                    <a:pt x="4082" y="6515"/>
                  </a:cubicBezTo>
                  <a:cubicBezTo>
                    <a:pt x="4051" y="6515"/>
                    <a:pt x="4020" y="6514"/>
                    <a:pt x="3989" y="6513"/>
                  </a:cubicBezTo>
                  <a:cubicBezTo>
                    <a:pt x="3608" y="6489"/>
                    <a:pt x="3227" y="6358"/>
                    <a:pt x="2905" y="6120"/>
                  </a:cubicBezTo>
                  <a:cubicBezTo>
                    <a:pt x="2596" y="5894"/>
                    <a:pt x="2358" y="5596"/>
                    <a:pt x="2203" y="5239"/>
                  </a:cubicBezTo>
                  <a:cubicBezTo>
                    <a:pt x="2274" y="4286"/>
                    <a:pt x="2572" y="3274"/>
                    <a:pt x="2977" y="2560"/>
                  </a:cubicBezTo>
                  <a:close/>
                  <a:moveTo>
                    <a:pt x="2167" y="5870"/>
                  </a:moveTo>
                  <a:cubicBezTo>
                    <a:pt x="2322" y="6060"/>
                    <a:pt x="2501" y="6239"/>
                    <a:pt x="2691" y="6394"/>
                  </a:cubicBezTo>
                  <a:cubicBezTo>
                    <a:pt x="3060" y="6656"/>
                    <a:pt x="3501" y="6799"/>
                    <a:pt x="3953" y="6834"/>
                  </a:cubicBezTo>
                  <a:lnTo>
                    <a:pt x="4072" y="6834"/>
                  </a:lnTo>
                  <a:cubicBezTo>
                    <a:pt x="4525" y="6834"/>
                    <a:pt x="4965" y="6715"/>
                    <a:pt x="5346" y="6465"/>
                  </a:cubicBezTo>
                  <a:cubicBezTo>
                    <a:pt x="5584" y="6310"/>
                    <a:pt x="5787" y="6120"/>
                    <a:pt x="5953" y="5906"/>
                  </a:cubicBezTo>
                  <a:lnTo>
                    <a:pt x="5953" y="5906"/>
                  </a:lnTo>
                  <a:cubicBezTo>
                    <a:pt x="5918" y="6287"/>
                    <a:pt x="5739" y="6620"/>
                    <a:pt x="5430" y="6894"/>
                  </a:cubicBezTo>
                  <a:cubicBezTo>
                    <a:pt x="5358" y="6953"/>
                    <a:pt x="5358" y="7061"/>
                    <a:pt x="5418" y="7120"/>
                  </a:cubicBezTo>
                  <a:cubicBezTo>
                    <a:pt x="5441" y="7156"/>
                    <a:pt x="5489" y="7180"/>
                    <a:pt x="5537" y="7180"/>
                  </a:cubicBezTo>
                  <a:cubicBezTo>
                    <a:pt x="5561" y="7180"/>
                    <a:pt x="5608" y="7156"/>
                    <a:pt x="5644" y="7132"/>
                  </a:cubicBezTo>
                  <a:cubicBezTo>
                    <a:pt x="5763" y="7025"/>
                    <a:pt x="5858" y="6906"/>
                    <a:pt x="5953" y="6787"/>
                  </a:cubicBezTo>
                  <a:lnTo>
                    <a:pt x="5953" y="6787"/>
                  </a:lnTo>
                  <a:cubicBezTo>
                    <a:pt x="5894" y="7775"/>
                    <a:pt x="5072" y="8561"/>
                    <a:pt x="4060" y="8561"/>
                  </a:cubicBezTo>
                  <a:cubicBezTo>
                    <a:pt x="3084" y="8561"/>
                    <a:pt x="2263" y="7787"/>
                    <a:pt x="2191" y="6787"/>
                  </a:cubicBezTo>
                  <a:lnTo>
                    <a:pt x="2191" y="6787"/>
                  </a:lnTo>
                  <a:cubicBezTo>
                    <a:pt x="2572" y="7323"/>
                    <a:pt x="3275" y="7680"/>
                    <a:pt x="4084" y="7680"/>
                  </a:cubicBezTo>
                  <a:cubicBezTo>
                    <a:pt x="4394" y="7680"/>
                    <a:pt x="4703" y="7620"/>
                    <a:pt x="4989" y="7525"/>
                  </a:cubicBezTo>
                  <a:cubicBezTo>
                    <a:pt x="5072" y="7489"/>
                    <a:pt x="5108" y="7406"/>
                    <a:pt x="5072" y="7311"/>
                  </a:cubicBezTo>
                  <a:cubicBezTo>
                    <a:pt x="5055" y="7249"/>
                    <a:pt x="4998" y="7213"/>
                    <a:pt x="4936" y="7213"/>
                  </a:cubicBezTo>
                  <a:cubicBezTo>
                    <a:pt x="4914" y="7213"/>
                    <a:pt x="4892" y="7218"/>
                    <a:pt x="4870" y="7227"/>
                  </a:cubicBezTo>
                  <a:cubicBezTo>
                    <a:pt x="4608" y="7311"/>
                    <a:pt x="4346" y="7370"/>
                    <a:pt x="4060" y="7370"/>
                  </a:cubicBezTo>
                  <a:cubicBezTo>
                    <a:pt x="3036" y="7370"/>
                    <a:pt x="2203" y="6703"/>
                    <a:pt x="2167" y="5870"/>
                  </a:cubicBezTo>
                  <a:close/>
                  <a:moveTo>
                    <a:pt x="6787" y="7680"/>
                  </a:moveTo>
                  <a:cubicBezTo>
                    <a:pt x="6823" y="7739"/>
                    <a:pt x="6823" y="7823"/>
                    <a:pt x="6823" y="7894"/>
                  </a:cubicBezTo>
                  <a:cubicBezTo>
                    <a:pt x="6835" y="9013"/>
                    <a:pt x="5596" y="9930"/>
                    <a:pt x="4084" y="9930"/>
                  </a:cubicBezTo>
                  <a:cubicBezTo>
                    <a:pt x="3846" y="9930"/>
                    <a:pt x="3608" y="9906"/>
                    <a:pt x="3382" y="9870"/>
                  </a:cubicBezTo>
                  <a:cubicBezTo>
                    <a:pt x="4406" y="9811"/>
                    <a:pt x="5311" y="9442"/>
                    <a:pt x="5989" y="8799"/>
                  </a:cubicBezTo>
                  <a:cubicBezTo>
                    <a:pt x="6311" y="8489"/>
                    <a:pt x="6584" y="8096"/>
                    <a:pt x="6787" y="7680"/>
                  </a:cubicBezTo>
                  <a:close/>
                  <a:moveTo>
                    <a:pt x="4096" y="0"/>
                  </a:moveTo>
                  <a:cubicBezTo>
                    <a:pt x="2465" y="0"/>
                    <a:pt x="1120" y="1274"/>
                    <a:pt x="1024" y="2893"/>
                  </a:cubicBezTo>
                  <a:lnTo>
                    <a:pt x="881" y="5465"/>
                  </a:lnTo>
                  <a:cubicBezTo>
                    <a:pt x="834" y="6096"/>
                    <a:pt x="989" y="6703"/>
                    <a:pt x="1286" y="7239"/>
                  </a:cubicBezTo>
                  <a:cubicBezTo>
                    <a:pt x="1108" y="7418"/>
                    <a:pt x="1024" y="7620"/>
                    <a:pt x="1024" y="7870"/>
                  </a:cubicBezTo>
                  <a:lnTo>
                    <a:pt x="1024" y="7906"/>
                  </a:lnTo>
                  <a:lnTo>
                    <a:pt x="786" y="7989"/>
                  </a:lnTo>
                  <a:cubicBezTo>
                    <a:pt x="310" y="8156"/>
                    <a:pt x="0" y="8608"/>
                    <a:pt x="0" y="9108"/>
                  </a:cubicBezTo>
                  <a:lnTo>
                    <a:pt x="0" y="10763"/>
                  </a:lnTo>
                  <a:cubicBezTo>
                    <a:pt x="0" y="10859"/>
                    <a:pt x="72" y="10930"/>
                    <a:pt x="155" y="10930"/>
                  </a:cubicBezTo>
                  <a:cubicBezTo>
                    <a:pt x="238" y="10930"/>
                    <a:pt x="310" y="10859"/>
                    <a:pt x="310" y="10763"/>
                  </a:cubicBezTo>
                  <a:lnTo>
                    <a:pt x="310" y="9097"/>
                  </a:lnTo>
                  <a:cubicBezTo>
                    <a:pt x="310" y="8727"/>
                    <a:pt x="548" y="8394"/>
                    <a:pt x="893" y="8275"/>
                  </a:cubicBezTo>
                  <a:lnTo>
                    <a:pt x="1060" y="8215"/>
                  </a:lnTo>
                  <a:cubicBezTo>
                    <a:pt x="1108" y="8406"/>
                    <a:pt x="1167" y="8608"/>
                    <a:pt x="1262" y="8787"/>
                  </a:cubicBezTo>
                  <a:cubicBezTo>
                    <a:pt x="1298" y="8847"/>
                    <a:pt x="1358" y="8870"/>
                    <a:pt x="1405" y="8870"/>
                  </a:cubicBezTo>
                  <a:cubicBezTo>
                    <a:pt x="1429" y="8870"/>
                    <a:pt x="1465" y="8858"/>
                    <a:pt x="1489" y="8847"/>
                  </a:cubicBezTo>
                  <a:cubicBezTo>
                    <a:pt x="1548" y="8799"/>
                    <a:pt x="1560" y="8704"/>
                    <a:pt x="1536" y="8632"/>
                  </a:cubicBezTo>
                  <a:cubicBezTo>
                    <a:pt x="1405" y="8394"/>
                    <a:pt x="1346" y="8132"/>
                    <a:pt x="1346" y="7870"/>
                  </a:cubicBezTo>
                  <a:cubicBezTo>
                    <a:pt x="1346" y="7739"/>
                    <a:pt x="1381" y="7620"/>
                    <a:pt x="1465" y="7513"/>
                  </a:cubicBezTo>
                  <a:cubicBezTo>
                    <a:pt x="1548" y="7632"/>
                    <a:pt x="1643" y="7751"/>
                    <a:pt x="1739" y="7858"/>
                  </a:cubicBezTo>
                  <a:cubicBezTo>
                    <a:pt x="2360" y="8503"/>
                    <a:pt x="3177" y="8871"/>
                    <a:pt x="4066" y="8871"/>
                  </a:cubicBezTo>
                  <a:cubicBezTo>
                    <a:pt x="4080" y="8871"/>
                    <a:pt x="4094" y="8871"/>
                    <a:pt x="4108" y="8870"/>
                  </a:cubicBezTo>
                  <a:cubicBezTo>
                    <a:pt x="5311" y="8858"/>
                    <a:pt x="6299" y="7870"/>
                    <a:pt x="6299" y="6656"/>
                  </a:cubicBezTo>
                  <a:lnTo>
                    <a:pt x="6299" y="5632"/>
                  </a:lnTo>
                  <a:cubicBezTo>
                    <a:pt x="6299" y="4691"/>
                    <a:pt x="6061" y="3608"/>
                    <a:pt x="5644" y="2715"/>
                  </a:cubicBezTo>
                  <a:cubicBezTo>
                    <a:pt x="5430" y="2262"/>
                    <a:pt x="5191" y="1893"/>
                    <a:pt x="4953" y="1643"/>
                  </a:cubicBezTo>
                  <a:cubicBezTo>
                    <a:pt x="4679" y="1346"/>
                    <a:pt x="4382" y="1191"/>
                    <a:pt x="4096" y="1191"/>
                  </a:cubicBezTo>
                  <a:cubicBezTo>
                    <a:pt x="3810" y="1191"/>
                    <a:pt x="3513" y="1346"/>
                    <a:pt x="3227" y="1643"/>
                  </a:cubicBezTo>
                  <a:cubicBezTo>
                    <a:pt x="2989" y="1893"/>
                    <a:pt x="2751" y="2262"/>
                    <a:pt x="2548" y="2715"/>
                  </a:cubicBezTo>
                  <a:cubicBezTo>
                    <a:pt x="2132" y="3608"/>
                    <a:pt x="1893" y="4691"/>
                    <a:pt x="1893" y="5632"/>
                  </a:cubicBezTo>
                  <a:lnTo>
                    <a:pt x="1893" y="6656"/>
                  </a:lnTo>
                  <a:cubicBezTo>
                    <a:pt x="1893" y="7120"/>
                    <a:pt x="2036" y="7549"/>
                    <a:pt x="2274" y="7906"/>
                  </a:cubicBezTo>
                  <a:cubicBezTo>
                    <a:pt x="2179" y="7834"/>
                    <a:pt x="2084" y="7739"/>
                    <a:pt x="2001" y="7632"/>
                  </a:cubicBezTo>
                  <a:cubicBezTo>
                    <a:pt x="1441" y="7037"/>
                    <a:pt x="1167" y="6287"/>
                    <a:pt x="1203" y="5477"/>
                  </a:cubicBezTo>
                  <a:lnTo>
                    <a:pt x="1358" y="2905"/>
                  </a:lnTo>
                  <a:cubicBezTo>
                    <a:pt x="1441" y="1465"/>
                    <a:pt x="2655" y="310"/>
                    <a:pt x="4108" y="310"/>
                  </a:cubicBezTo>
                  <a:cubicBezTo>
                    <a:pt x="5549" y="310"/>
                    <a:pt x="6763" y="1441"/>
                    <a:pt x="6846" y="2893"/>
                  </a:cubicBezTo>
                  <a:lnTo>
                    <a:pt x="6954" y="4775"/>
                  </a:lnTo>
                  <a:cubicBezTo>
                    <a:pt x="7061" y="6406"/>
                    <a:pt x="6656" y="7692"/>
                    <a:pt x="5787" y="8537"/>
                  </a:cubicBezTo>
                  <a:cubicBezTo>
                    <a:pt x="5095" y="9187"/>
                    <a:pt x="4135" y="9532"/>
                    <a:pt x="3046" y="9532"/>
                  </a:cubicBezTo>
                  <a:cubicBezTo>
                    <a:pt x="2898" y="9532"/>
                    <a:pt x="2748" y="9526"/>
                    <a:pt x="2596" y="9513"/>
                  </a:cubicBezTo>
                  <a:cubicBezTo>
                    <a:pt x="2501" y="9501"/>
                    <a:pt x="2393" y="9466"/>
                    <a:pt x="2322" y="9430"/>
                  </a:cubicBezTo>
                  <a:cubicBezTo>
                    <a:pt x="2191" y="9335"/>
                    <a:pt x="2060" y="9228"/>
                    <a:pt x="1941" y="9132"/>
                  </a:cubicBezTo>
                  <a:cubicBezTo>
                    <a:pt x="1911" y="9102"/>
                    <a:pt x="1870" y="9088"/>
                    <a:pt x="1828" y="9088"/>
                  </a:cubicBezTo>
                  <a:cubicBezTo>
                    <a:pt x="1786" y="9088"/>
                    <a:pt x="1745" y="9102"/>
                    <a:pt x="1715" y="9132"/>
                  </a:cubicBezTo>
                  <a:cubicBezTo>
                    <a:pt x="1655" y="9180"/>
                    <a:pt x="1655" y="9287"/>
                    <a:pt x="1715" y="9347"/>
                  </a:cubicBezTo>
                  <a:cubicBezTo>
                    <a:pt x="2298" y="9906"/>
                    <a:pt x="3167" y="10228"/>
                    <a:pt x="4096" y="10228"/>
                  </a:cubicBezTo>
                  <a:cubicBezTo>
                    <a:pt x="4918" y="10228"/>
                    <a:pt x="5668" y="9990"/>
                    <a:pt x="6251" y="9537"/>
                  </a:cubicBezTo>
                  <a:cubicBezTo>
                    <a:pt x="6727" y="9180"/>
                    <a:pt x="7037" y="8704"/>
                    <a:pt x="7132" y="8204"/>
                  </a:cubicBezTo>
                  <a:lnTo>
                    <a:pt x="7299" y="8263"/>
                  </a:lnTo>
                  <a:cubicBezTo>
                    <a:pt x="7632" y="8382"/>
                    <a:pt x="7870" y="8704"/>
                    <a:pt x="7870" y="9085"/>
                  </a:cubicBezTo>
                  <a:lnTo>
                    <a:pt x="7870" y="10728"/>
                  </a:lnTo>
                  <a:cubicBezTo>
                    <a:pt x="7870" y="10823"/>
                    <a:pt x="7954" y="10894"/>
                    <a:pt x="8025" y="10894"/>
                  </a:cubicBezTo>
                  <a:cubicBezTo>
                    <a:pt x="8108" y="10894"/>
                    <a:pt x="8192" y="10823"/>
                    <a:pt x="8192" y="10728"/>
                  </a:cubicBezTo>
                  <a:lnTo>
                    <a:pt x="8192" y="9061"/>
                  </a:lnTo>
                  <a:cubicBezTo>
                    <a:pt x="8192" y="8620"/>
                    <a:pt x="7870" y="8156"/>
                    <a:pt x="7394" y="8001"/>
                  </a:cubicBezTo>
                  <a:lnTo>
                    <a:pt x="7156" y="7906"/>
                  </a:lnTo>
                  <a:lnTo>
                    <a:pt x="7156" y="7882"/>
                  </a:lnTo>
                  <a:cubicBezTo>
                    <a:pt x="7156" y="7656"/>
                    <a:pt x="7096" y="7477"/>
                    <a:pt x="6954" y="7311"/>
                  </a:cubicBezTo>
                  <a:cubicBezTo>
                    <a:pt x="7216" y="6584"/>
                    <a:pt x="7323" y="5739"/>
                    <a:pt x="7263" y="4786"/>
                  </a:cubicBezTo>
                  <a:lnTo>
                    <a:pt x="7156" y="2893"/>
                  </a:lnTo>
                  <a:cubicBezTo>
                    <a:pt x="7049" y="1274"/>
                    <a:pt x="5715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7" name="Google Shape;11981;p60"/>
            <p:cNvSpPr/>
            <p:nvPr/>
          </p:nvSpPr>
          <p:spPr>
            <a:xfrm>
              <a:off x="7270645" y="3044519"/>
              <a:ext cx="43402" cy="15396"/>
            </a:xfrm>
            <a:custGeom>
              <a:avLst/>
              <a:gdLst/>
              <a:ahLst/>
              <a:cxnLst/>
              <a:rect l="l" t="t" r="r" b="b"/>
              <a:pathLst>
                <a:path w="1370" h="486" extrusionOk="0">
                  <a:moveTo>
                    <a:pt x="173" y="1"/>
                  </a:moveTo>
                  <a:cubicBezTo>
                    <a:pt x="131" y="1"/>
                    <a:pt x="90" y="15"/>
                    <a:pt x="60" y="45"/>
                  </a:cubicBezTo>
                  <a:cubicBezTo>
                    <a:pt x="1" y="105"/>
                    <a:pt x="1" y="200"/>
                    <a:pt x="60" y="260"/>
                  </a:cubicBezTo>
                  <a:cubicBezTo>
                    <a:pt x="203" y="402"/>
                    <a:pt x="441" y="486"/>
                    <a:pt x="691" y="486"/>
                  </a:cubicBezTo>
                  <a:cubicBezTo>
                    <a:pt x="941" y="486"/>
                    <a:pt x="1179" y="414"/>
                    <a:pt x="1310" y="260"/>
                  </a:cubicBezTo>
                  <a:cubicBezTo>
                    <a:pt x="1370" y="200"/>
                    <a:pt x="1370" y="105"/>
                    <a:pt x="1310" y="45"/>
                  </a:cubicBezTo>
                  <a:cubicBezTo>
                    <a:pt x="1280" y="15"/>
                    <a:pt x="1242" y="1"/>
                    <a:pt x="1203" y="1"/>
                  </a:cubicBezTo>
                  <a:cubicBezTo>
                    <a:pt x="1164" y="1"/>
                    <a:pt x="1126" y="15"/>
                    <a:pt x="1096" y="45"/>
                  </a:cubicBezTo>
                  <a:cubicBezTo>
                    <a:pt x="1036" y="105"/>
                    <a:pt x="893" y="152"/>
                    <a:pt x="691" y="152"/>
                  </a:cubicBezTo>
                  <a:cubicBezTo>
                    <a:pt x="477" y="152"/>
                    <a:pt x="346" y="81"/>
                    <a:pt x="286" y="45"/>
                  </a:cubicBezTo>
                  <a:cubicBezTo>
                    <a:pt x="256" y="15"/>
                    <a:pt x="215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8" name="Google Shape;11982;p60"/>
            <p:cNvSpPr/>
            <p:nvPr/>
          </p:nvSpPr>
          <p:spPr>
            <a:xfrm>
              <a:off x="7254805" y="3006344"/>
              <a:ext cx="10201" cy="15492"/>
            </a:xfrm>
            <a:custGeom>
              <a:avLst/>
              <a:gdLst/>
              <a:ahLst/>
              <a:cxnLst/>
              <a:rect l="l" t="t" r="r" b="b"/>
              <a:pathLst>
                <a:path w="322" h="489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72" y="488"/>
                    <a:pt x="167" y="488"/>
                  </a:cubicBezTo>
                  <a:cubicBezTo>
                    <a:pt x="250" y="488"/>
                    <a:pt x="322" y="417"/>
                    <a:pt x="322" y="322"/>
                  </a:cubicBezTo>
                  <a:lnTo>
                    <a:pt x="322" y="155"/>
                  </a:lnTo>
                  <a:cubicBezTo>
                    <a:pt x="322" y="71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9" name="Google Shape;11983;p60"/>
            <p:cNvSpPr/>
            <p:nvPr/>
          </p:nvSpPr>
          <p:spPr>
            <a:xfrm>
              <a:off x="7319686" y="3006344"/>
              <a:ext cx="10581" cy="15492"/>
            </a:xfrm>
            <a:custGeom>
              <a:avLst/>
              <a:gdLst/>
              <a:ahLst/>
              <a:cxnLst/>
              <a:rect l="l" t="t" r="r" b="b"/>
              <a:pathLst>
                <a:path w="334" h="489" extrusionOk="0">
                  <a:moveTo>
                    <a:pt x="167" y="0"/>
                  </a:moveTo>
                  <a:cubicBezTo>
                    <a:pt x="84" y="0"/>
                    <a:pt x="0" y="71"/>
                    <a:pt x="0" y="155"/>
                  </a:cubicBezTo>
                  <a:lnTo>
                    <a:pt x="0" y="322"/>
                  </a:lnTo>
                  <a:cubicBezTo>
                    <a:pt x="0" y="417"/>
                    <a:pt x="84" y="488"/>
                    <a:pt x="167" y="488"/>
                  </a:cubicBezTo>
                  <a:cubicBezTo>
                    <a:pt x="262" y="488"/>
                    <a:pt x="334" y="417"/>
                    <a:pt x="334" y="322"/>
                  </a:cubicBezTo>
                  <a:lnTo>
                    <a:pt x="334" y="155"/>
                  </a:lnTo>
                  <a:cubicBezTo>
                    <a:pt x="334" y="71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70" name="Google Shape;11984;p60"/>
            <p:cNvSpPr/>
            <p:nvPr/>
          </p:nvSpPr>
          <p:spPr>
            <a:xfrm>
              <a:off x="7249135" y="2990124"/>
              <a:ext cx="21162" cy="10581"/>
            </a:xfrm>
            <a:custGeom>
              <a:avLst/>
              <a:gdLst/>
              <a:ahLst/>
              <a:cxnLst/>
              <a:rect l="l" t="t" r="r" b="b"/>
              <a:pathLst>
                <a:path w="668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lnTo>
                    <a:pt x="501" y="333"/>
                  </a:lnTo>
                  <a:cubicBezTo>
                    <a:pt x="596" y="333"/>
                    <a:pt x="668" y="250"/>
                    <a:pt x="668" y="167"/>
                  </a:cubicBezTo>
                  <a:cubicBezTo>
                    <a:pt x="668" y="60"/>
                    <a:pt x="596" y="0"/>
                    <a:pt x="5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71" name="Google Shape;11985;p60"/>
            <p:cNvSpPr/>
            <p:nvPr/>
          </p:nvSpPr>
          <p:spPr>
            <a:xfrm>
              <a:off x="7314015" y="2990124"/>
              <a:ext cx="21542" cy="10581"/>
            </a:xfrm>
            <a:custGeom>
              <a:avLst/>
              <a:gdLst/>
              <a:ahLst/>
              <a:cxnLst/>
              <a:rect l="l" t="t" r="r" b="b"/>
              <a:pathLst>
                <a:path w="680" h="33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33"/>
                    <a:pt x="167" y="333"/>
                  </a:cubicBezTo>
                  <a:lnTo>
                    <a:pt x="513" y="333"/>
                  </a:lnTo>
                  <a:cubicBezTo>
                    <a:pt x="596" y="333"/>
                    <a:pt x="667" y="250"/>
                    <a:pt x="667" y="167"/>
                  </a:cubicBezTo>
                  <a:cubicBezTo>
                    <a:pt x="679" y="60"/>
                    <a:pt x="596" y="0"/>
                    <a:pt x="5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79" name="Google Shape;1299;p32"/>
          <p:cNvSpPr/>
          <p:nvPr/>
        </p:nvSpPr>
        <p:spPr>
          <a:xfrm>
            <a:off x="1777669" y="3450407"/>
            <a:ext cx="1743900" cy="3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Manual &amp; Automation Testing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80" name="Google Shape;1299;p32"/>
          <p:cNvSpPr/>
          <p:nvPr/>
        </p:nvSpPr>
        <p:spPr>
          <a:xfrm>
            <a:off x="3758045" y="3420113"/>
            <a:ext cx="1743900" cy="3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Documentation &amp; Reporting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81" name="Google Shape;1299;p32"/>
          <p:cNvSpPr/>
          <p:nvPr/>
        </p:nvSpPr>
        <p:spPr>
          <a:xfrm>
            <a:off x="5758243" y="3433721"/>
            <a:ext cx="1743900" cy="3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API Testing &amp; Defect Tracking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8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TABLE OF CONTENTS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3787"/>
              </p:ext>
            </p:extLst>
          </p:nvPr>
        </p:nvGraphicFramePr>
        <p:xfrm>
          <a:off x="1124607" y="558305"/>
          <a:ext cx="6894786" cy="3962400"/>
        </p:xfrm>
        <a:graphic>
          <a:graphicData uri="http://schemas.openxmlformats.org/drawingml/2006/table">
            <a:tbl>
              <a:tblPr firstRow="1" bandRow="1">
                <a:tableStyleId>{F8FEBC1B-22D3-4139-B788-55CDEE6F40AF}</a:tableStyleId>
              </a:tblPr>
              <a:tblGrid>
                <a:gridCol w="2953407">
                  <a:extLst>
                    <a:ext uri="{9D8B030D-6E8A-4147-A177-3AD203B41FA5}">
                      <a16:colId xmlns:a16="http://schemas.microsoft.com/office/drawing/2014/main" val="3586625637"/>
                    </a:ext>
                  </a:extLst>
                </a:gridCol>
                <a:gridCol w="3941379">
                  <a:extLst>
                    <a:ext uri="{9D8B030D-6E8A-4147-A177-3AD203B41FA5}">
                      <a16:colId xmlns:a16="http://schemas.microsoft.com/office/drawing/2014/main" val="4026883171"/>
                    </a:ext>
                  </a:extLst>
                </a:gridCol>
              </a:tblGrid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Overview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the Breakout web application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385579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Areas included and excluded from testing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826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Objectives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Goals of testing activities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628431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Types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Manual, Automation, API, and Defect Tracking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7598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Testing Overview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and negative test execution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636252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Testing Overview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testing of critical flows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1481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Testing Overview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API validation using Postman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89644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Testing Environment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Tools, data format, and authentication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139039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Testing (Postman)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requests, responses, and assertions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577540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 Reporting &amp; Defect Management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Defect logging and lifecycle in Jira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435621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Faced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Issues encountered during testing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348122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Improvement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 enhancements in testing approach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970121"/>
                  </a:ext>
                </a:extLst>
              </a:tr>
              <a:tr h="24891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of results and learning outcomes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7462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0"/>
          <p:cNvSpPr txBox="1">
            <a:spLocks noGrp="1"/>
          </p:cNvSpPr>
          <p:nvPr>
            <p:ph type="title"/>
          </p:nvPr>
        </p:nvSpPr>
        <p:spPr>
          <a:xfrm>
            <a:off x="2463348" y="542929"/>
            <a:ext cx="4012973" cy="854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PROJECT </a:t>
            </a:r>
            <a:r>
              <a:rPr lang="en" dirty="0" smtClean="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0" name="Google Shape;1150;p30"/>
          <p:cNvSpPr txBox="1">
            <a:spLocks noGrp="1"/>
          </p:cNvSpPr>
          <p:nvPr>
            <p:ph type="subTitle" idx="1"/>
          </p:nvPr>
        </p:nvSpPr>
        <p:spPr>
          <a:xfrm>
            <a:off x="2371662" y="2105267"/>
            <a:ext cx="4705076" cy="1036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Name: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Breakout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URL: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https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//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breakout.com.pk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Type: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Web‑based E‑Commerce Application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Fashion Retail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(Clothing &amp; Accessories</a:t>
            </a:r>
            <a:r>
              <a:rPr lang="en-US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1" name="Google Shape;1151;p30"/>
          <p:cNvCxnSpPr/>
          <p:nvPr/>
        </p:nvCxnSpPr>
        <p:spPr>
          <a:xfrm>
            <a:off x="3863175" y="1238940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2" name="Google Shape;1152;p30"/>
          <p:cNvGrpSpPr/>
          <p:nvPr/>
        </p:nvGrpSpPr>
        <p:grpSpPr>
          <a:xfrm>
            <a:off x="4522375" y="4561735"/>
            <a:ext cx="315575" cy="366750"/>
            <a:chOff x="8558925" y="4522650"/>
            <a:chExt cx="315575" cy="366750"/>
          </a:xfrm>
        </p:grpSpPr>
        <p:grpSp>
          <p:nvGrpSpPr>
            <p:cNvPr id="1153" name="Google Shape;1153;p30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154" name="Google Shape;1154;p3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6" name="Google Shape;1156;p30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157" name="Google Shape;1157;p3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9" name="Google Shape;1159;p30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160" name="Google Shape;1160;p3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30"/>
          <p:cNvGrpSpPr/>
          <p:nvPr/>
        </p:nvGrpSpPr>
        <p:grpSpPr>
          <a:xfrm>
            <a:off x="7732699" y="299993"/>
            <a:ext cx="438754" cy="772904"/>
            <a:chOff x="4950175" y="2998438"/>
            <a:chExt cx="88725" cy="156300"/>
          </a:xfrm>
        </p:grpSpPr>
        <p:sp>
          <p:nvSpPr>
            <p:cNvPr id="1163" name="Google Shape;1163;p3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9" name="Google Shape;1199;p30"/>
          <p:cNvGrpSpPr/>
          <p:nvPr/>
        </p:nvGrpSpPr>
        <p:grpSpPr>
          <a:xfrm flipH="1">
            <a:off x="713213" y="3824384"/>
            <a:ext cx="361129" cy="3106418"/>
            <a:chOff x="6317900" y="1197313"/>
            <a:chExt cx="180700" cy="1554375"/>
          </a:xfrm>
        </p:grpSpPr>
        <p:sp>
          <p:nvSpPr>
            <p:cNvPr id="1200" name="Google Shape;1200;p30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1299;p32"/>
          <p:cNvSpPr/>
          <p:nvPr/>
        </p:nvSpPr>
        <p:spPr>
          <a:xfrm>
            <a:off x="1680067" y="1234685"/>
            <a:ext cx="5597215" cy="3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Quality Assaurance &amp; Testing of  Breakout E-commerce Web Application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61" name="Google Shape;1149;p30"/>
          <p:cNvSpPr txBox="1">
            <a:spLocks/>
          </p:cNvSpPr>
          <p:nvPr/>
        </p:nvSpPr>
        <p:spPr>
          <a:xfrm>
            <a:off x="2462909" y="1433823"/>
            <a:ext cx="4023482" cy="83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40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3600" dirty="0" smtClean="0"/>
              <a:t>Over</a:t>
            </a:r>
            <a:r>
              <a:rPr lang="en-US" sz="3600" dirty="0" smtClean="0">
                <a:solidFill>
                  <a:schemeClr val="lt1"/>
                </a:solidFill>
                <a:latin typeface="Barlow Condensed"/>
                <a:sym typeface="Barlow Condensed"/>
              </a:rPr>
              <a:t>vie</a:t>
            </a:r>
            <a:r>
              <a:rPr lang="en-US" sz="3600" dirty="0">
                <a:solidFill>
                  <a:schemeClr val="lt1"/>
                </a:solidFill>
                <a:latin typeface="Barlow Condensed"/>
                <a:sym typeface="Barlow Condensed"/>
              </a:rPr>
              <a:t>w</a:t>
            </a:r>
            <a:endParaRPr lang="en-US" sz="3600"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90301" y="3123262"/>
            <a:ext cx="61958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Breakout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is a Pakistan‑based online fashion retail web application that allows users to browse products, view details, add items to cart, and proceed to checkout. The system is accessible through a web browser and uses backend APIs to manage cart operations, product data, and checkout processes. The application follows a client‑server architecture and relies on cookies and sessions to maintain user state.</a:t>
            </a:r>
            <a:endParaRPr lang="en-US" dirty="0">
              <a:solidFill>
                <a:schemeClr val="tx1"/>
              </a:solidFill>
              <a:latin typeface="Aptos"/>
              <a:ea typeface="Aptos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9"/>
          <p:cNvSpPr txBox="1">
            <a:spLocks noGrp="1"/>
          </p:cNvSpPr>
          <p:nvPr>
            <p:ph type="subTitle" idx="4294967295"/>
          </p:nvPr>
        </p:nvSpPr>
        <p:spPr>
          <a:xfrm flipH="1">
            <a:off x="3377328" y="1420822"/>
            <a:ext cx="4536586" cy="86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of core e‑commerce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 of cart‑related APIs using Postman</a:t>
            </a:r>
          </a:p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testing of critical user flows</a:t>
            </a:r>
          </a:p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reporting and defect management</a:t>
            </a:r>
          </a:p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documentation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6" name="Google Shape;1476;p39"/>
          <p:cNvSpPr txBox="1">
            <a:spLocks noGrp="1"/>
          </p:cNvSpPr>
          <p:nvPr>
            <p:ph type="title"/>
          </p:nvPr>
        </p:nvSpPr>
        <p:spPr>
          <a:xfrm>
            <a:off x="2173858" y="417075"/>
            <a:ext cx="4796300" cy="7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>
                <a:solidFill>
                  <a:schemeClr val="bg1"/>
                </a:solidFill>
              </a:rPr>
              <a:t>TESTING</a:t>
            </a:r>
            <a:r>
              <a:rPr lang="en" sz="3200" dirty="0" smtClean="0"/>
              <a:t> SCOPE</a:t>
            </a:r>
            <a:endParaRPr sz="3200" b="0" dirty="0"/>
          </a:p>
        </p:txBody>
      </p:sp>
      <p:sp>
        <p:nvSpPr>
          <p:cNvPr id="1477" name="Google Shape;1477;p39"/>
          <p:cNvSpPr txBox="1">
            <a:spLocks noGrp="1"/>
          </p:cNvSpPr>
          <p:nvPr>
            <p:ph type="title" idx="4294967295"/>
          </p:nvPr>
        </p:nvSpPr>
        <p:spPr>
          <a:xfrm flipH="1">
            <a:off x="1263028" y="1622572"/>
            <a:ext cx="18030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IN SCOPE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478" name="Google Shape;1478;p39"/>
          <p:cNvSpPr txBox="1">
            <a:spLocks noGrp="1"/>
          </p:cNvSpPr>
          <p:nvPr>
            <p:ph type="subTitle" idx="4294967295"/>
          </p:nvPr>
        </p:nvSpPr>
        <p:spPr>
          <a:xfrm flipH="1">
            <a:off x="3377328" y="2959158"/>
            <a:ext cx="4002900" cy="981982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testing (real transactions)</a:t>
            </a:r>
          </a:p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database testing</a:t>
            </a:r>
          </a:p>
          <a:p>
            <a:pPr marL="228600">
              <a:lnSpc>
                <a:spcPct val="100000"/>
              </a:lnSpc>
              <a:buClr>
                <a:schemeClr val="lt1"/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load testing at enterprise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9" name="Google Shape;1479;p39"/>
          <p:cNvSpPr txBox="1">
            <a:spLocks noGrp="1"/>
          </p:cNvSpPr>
          <p:nvPr>
            <p:ph type="title" idx="4294967295"/>
          </p:nvPr>
        </p:nvSpPr>
        <p:spPr>
          <a:xfrm flipH="1">
            <a:off x="1263028" y="3201797"/>
            <a:ext cx="18030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OUT OF SCOPE</a:t>
            </a:r>
            <a:endParaRPr sz="1800" dirty="0">
              <a:solidFill>
                <a:schemeClr val="lt1"/>
              </a:solidFill>
            </a:endParaRPr>
          </a:p>
        </p:txBody>
      </p:sp>
      <p:grpSp>
        <p:nvGrpSpPr>
          <p:cNvPr id="1480" name="Google Shape;1480;p39"/>
          <p:cNvGrpSpPr/>
          <p:nvPr/>
        </p:nvGrpSpPr>
        <p:grpSpPr>
          <a:xfrm>
            <a:off x="3876381" y="4522646"/>
            <a:ext cx="1391239" cy="1387652"/>
            <a:chOff x="4010494" y="4522646"/>
            <a:chExt cx="1391239" cy="1387652"/>
          </a:xfrm>
        </p:grpSpPr>
        <p:sp>
          <p:nvSpPr>
            <p:cNvPr id="1481" name="Google Shape;1481;p39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2" name="Google Shape;1482;p39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9"/>
            <p:cNvCxnSpPr/>
            <p:nvPr/>
          </p:nvCxnSpPr>
          <p:spPr>
            <a:xfrm rot="436104" flipH="1">
              <a:off x="4051876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34"/>
          <p:cNvSpPr txBox="1">
            <a:spLocks noGrp="1"/>
          </p:cNvSpPr>
          <p:nvPr>
            <p:ph type="subTitle" idx="1"/>
          </p:nvPr>
        </p:nvSpPr>
        <p:spPr>
          <a:xfrm>
            <a:off x="1365452" y="2609535"/>
            <a:ext cx="2993400" cy="40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TESTING ENVIRONMENT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38" name="Google Shape;1338;p34"/>
          <p:cNvSpPr txBox="1">
            <a:spLocks noGrp="1"/>
          </p:cNvSpPr>
          <p:nvPr>
            <p:ph type="subTitle" idx="3"/>
          </p:nvPr>
        </p:nvSpPr>
        <p:spPr>
          <a:xfrm>
            <a:off x="1341103" y="904668"/>
            <a:ext cx="2993400" cy="40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ENTRY CRITERIA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40" name="Google Shape;1340;p34"/>
          <p:cNvSpPr txBox="1">
            <a:spLocks noGrp="1"/>
          </p:cNvSpPr>
          <p:nvPr>
            <p:ph type="subTitle" idx="5"/>
          </p:nvPr>
        </p:nvSpPr>
        <p:spPr>
          <a:xfrm>
            <a:off x="4997309" y="2608495"/>
            <a:ext cx="2993400" cy="40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DELIVERABLES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42" name="Google Shape;1342;p34"/>
          <p:cNvSpPr txBox="1">
            <a:spLocks noGrp="1"/>
          </p:cNvSpPr>
          <p:nvPr>
            <p:ph type="subTitle" idx="8"/>
          </p:nvPr>
        </p:nvSpPr>
        <p:spPr>
          <a:xfrm>
            <a:off x="1341103" y="2802158"/>
            <a:ext cx="3857799" cy="405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 / 11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Google Chrome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Tool: Playwright / Selenium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Tool: Postman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Tracking Tool: Jira</a:t>
            </a:r>
          </a:p>
        </p:txBody>
      </p:sp>
      <p:sp>
        <p:nvSpPr>
          <p:cNvPr id="1343" name="Google Shape;1343;p34"/>
          <p:cNvSpPr txBox="1">
            <a:spLocks noGrp="1"/>
          </p:cNvSpPr>
          <p:nvPr>
            <p:ph type="subTitle" idx="9"/>
          </p:nvPr>
        </p:nvSpPr>
        <p:spPr>
          <a:xfrm>
            <a:off x="1343544" y="1097291"/>
            <a:ext cx="2993400" cy="405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is accessible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environment is set up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is available</a:t>
            </a:r>
          </a:p>
        </p:txBody>
      </p:sp>
      <p:sp>
        <p:nvSpPr>
          <p:cNvPr id="1344" name="Google Shape;1344;p34"/>
          <p:cNvSpPr txBox="1">
            <a:spLocks noGrp="1"/>
          </p:cNvSpPr>
          <p:nvPr>
            <p:ph type="subTitle" idx="13"/>
          </p:nvPr>
        </p:nvSpPr>
        <p:spPr>
          <a:xfrm>
            <a:off x="4983177" y="2827983"/>
            <a:ext cx="2993400" cy="405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 Document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 Cases (20–25)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 Cases (6–8)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Scripts (8–10)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Reports (5–7)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Summary Report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Summary Report</a:t>
            </a:r>
          </a:p>
        </p:txBody>
      </p:sp>
      <p:sp>
        <p:nvSpPr>
          <p:cNvPr id="1345" name="Google Shape;1345;p34"/>
          <p:cNvSpPr txBox="1">
            <a:spLocks noGrp="1"/>
          </p:cNvSpPr>
          <p:nvPr>
            <p:ph type="subTitle" idx="14"/>
          </p:nvPr>
        </p:nvSpPr>
        <p:spPr>
          <a:xfrm>
            <a:off x="4926306" y="1106105"/>
            <a:ext cx="3413447" cy="405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planned test cases executed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defects identified and documented</a:t>
            </a:r>
          </a:p>
          <a:p>
            <a:pPr lvl="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summary report prepared</a:t>
            </a:r>
          </a:p>
        </p:txBody>
      </p:sp>
      <p:sp>
        <p:nvSpPr>
          <p:cNvPr id="1346" name="Google Shape;1346;p34"/>
          <p:cNvSpPr txBox="1">
            <a:spLocks noGrp="1"/>
          </p:cNvSpPr>
          <p:nvPr>
            <p:ph type="subTitle" idx="7"/>
          </p:nvPr>
        </p:nvSpPr>
        <p:spPr>
          <a:xfrm>
            <a:off x="4983177" y="906183"/>
            <a:ext cx="2993400" cy="405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EXIT CRITERIA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347" name="Google Shape;1347;p34"/>
          <p:cNvGrpSpPr/>
          <p:nvPr/>
        </p:nvGrpSpPr>
        <p:grpSpPr>
          <a:xfrm rot="10800000">
            <a:off x="3825692" y="-835367"/>
            <a:ext cx="1492219" cy="1601807"/>
            <a:chOff x="4445625" y="1829838"/>
            <a:chExt cx="739125" cy="769750"/>
          </a:xfrm>
        </p:grpSpPr>
        <p:sp>
          <p:nvSpPr>
            <p:cNvPr id="1348" name="Google Shape;1348;p34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1"/>
          <p:cNvSpPr txBox="1">
            <a:spLocks noGrp="1"/>
          </p:cNvSpPr>
          <p:nvPr>
            <p:ph type="title"/>
          </p:nvPr>
        </p:nvSpPr>
        <p:spPr>
          <a:xfrm>
            <a:off x="2981393" y="1678356"/>
            <a:ext cx="32163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TES</a:t>
            </a:r>
            <a:r>
              <a:rPr lang="en" dirty="0"/>
              <a:t>T</a:t>
            </a:r>
            <a:r>
              <a:rPr lang="en" dirty="0" smtClean="0"/>
              <a:t> </a:t>
            </a:r>
            <a:r>
              <a:rPr lang="en" dirty="0" smtClean="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OBJECTIVES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11" name="Google Shape;1211;p31"/>
          <p:cNvSpPr txBox="1">
            <a:spLocks noGrp="1"/>
          </p:cNvSpPr>
          <p:nvPr>
            <p:ph type="subTitle" idx="1"/>
          </p:nvPr>
        </p:nvSpPr>
        <p:spPr>
          <a:xfrm>
            <a:off x="1974440" y="2910983"/>
            <a:ext cx="4924251" cy="6671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indent="-342900" algn="l">
              <a:buSzPts val="11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that the Breakout web application meets its functional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342900" indent="-342900" algn="l">
              <a:buSzPts val="11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defects in UI, API, and system behavior</a:t>
            </a:r>
          </a:p>
          <a:p>
            <a:pPr marL="342900" indent="-342900" algn="l">
              <a:buSzPts val="11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cart functionality through API and UI testing</a:t>
            </a:r>
          </a:p>
          <a:p>
            <a:pPr marL="342900" indent="-342900" algn="l">
              <a:buSzPts val="11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overall quality and reliability of the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12" name="Google Shape;1212;p31"/>
          <p:cNvGrpSpPr/>
          <p:nvPr/>
        </p:nvGrpSpPr>
        <p:grpSpPr>
          <a:xfrm>
            <a:off x="1088100" y="925950"/>
            <a:ext cx="315575" cy="366750"/>
            <a:chOff x="8558925" y="4522650"/>
            <a:chExt cx="315575" cy="366750"/>
          </a:xfrm>
        </p:grpSpPr>
        <p:grpSp>
          <p:nvGrpSpPr>
            <p:cNvPr id="1213" name="Google Shape;1213;p31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214" name="Google Shape;1214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6" name="Google Shape;1216;p31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217" name="Google Shape;1217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9" name="Google Shape;1219;p31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220" name="Google Shape;1220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22" name="Google Shape;1222;p31"/>
          <p:cNvGrpSpPr/>
          <p:nvPr/>
        </p:nvGrpSpPr>
        <p:grpSpPr>
          <a:xfrm rot="10800000" flipH="1">
            <a:off x="1304300" y="3888441"/>
            <a:ext cx="194400" cy="112209"/>
            <a:chOff x="265900" y="3852516"/>
            <a:chExt cx="194400" cy="112209"/>
          </a:xfrm>
        </p:grpSpPr>
        <p:sp>
          <p:nvSpPr>
            <p:cNvPr id="1223" name="Google Shape;1223;p3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31"/>
          <p:cNvGrpSpPr/>
          <p:nvPr/>
        </p:nvGrpSpPr>
        <p:grpSpPr>
          <a:xfrm flipH="1">
            <a:off x="7380725" y="925941"/>
            <a:ext cx="194400" cy="112209"/>
            <a:chOff x="265900" y="3852516"/>
            <a:chExt cx="194400" cy="112209"/>
          </a:xfrm>
        </p:grpSpPr>
        <p:sp>
          <p:nvSpPr>
            <p:cNvPr id="1226" name="Google Shape;1226;p3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8" name="Google Shape;1228;p31"/>
          <p:cNvGrpSpPr/>
          <p:nvPr/>
        </p:nvGrpSpPr>
        <p:grpSpPr>
          <a:xfrm rot="5400000">
            <a:off x="7456475" y="3761175"/>
            <a:ext cx="315575" cy="366750"/>
            <a:chOff x="8558925" y="4522650"/>
            <a:chExt cx="315575" cy="366750"/>
          </a:xfrm>
        </p:grpSpPr>
        <p:grpSp>
          <p:nvGrpSpPr>
            <p:cNvPr id="1229" name="Google Shape;1229;p31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230" name="Google Shape;1230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2" name="Google Shape;1232;p31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233" name="Google Shape;1233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5" name="Google Shape;1235;p31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236" name="Google Shape;1236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238" name="Google Shape;1238;p31"/>
          <p:cNvCxnSpPr/>
          <p:nvPr/>
        </p:nvCxnSpPr>
        <p:spPr>
          <a:xfrm>
            <a:off x="3981893" y="2230831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9" name="Google Shape;1239;p31"/>
          <p:cNvGrpSpPr/>
          <p:nvPr/>
        </p:nvGrpSpPr>
        <p:grpSpPr>
          <a:xfrm flipH="1">
            <a:off x="4391436" y="4291309"/>
            <a:ext cx="361129" cy="3106418"/>
            <a:chOff x="6317900" y="1197313"/>
            <a:chExt cx="180700" cy="1554375"/>
          </a:xfrm>
        </p:grpSpPr>
        <p:sp>
          <p:nvSpPr>
            <p:cNvPr id="1240" name="Google Shape;1240;p31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1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1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6" name="Google Shape;1246;p31"/>
          <p:cNvGrpSpPr/>
          <p:nvPr/>
        </p:nvGrpSpPr>
        <p:grpSpPr>
          <a:xfrm flipH="1">
            <a:off x="4352623" y="430931"/>
            <a:ext cx="438754" cy="772904"/>
            <a:chOff x="4950175" y="2998438"/>
            <a:chExt cx="88725" cy="156300"/>
          </a:xfrm>
        </p:grpSpPr>
        <p:sp>
          <p:nvSpPr>
            <p:cNvPr id="1247" name="Google Shape;1247;p31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1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1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TESTING TYPES</a:t>
            </a:r>
            <a:endParaRPr sz="3200" b="0" dirty="0">
              <a:solidFill>
                <a:schemeClr val="lt1"/>
              </a:solidFill>
            </a:endParaRPr>
          </a:p>
        </p:txBody>
      </p:sp>
      <p:sp>
        <p:nvSpPr>
          <p:cNvPr id="1314" name="Google Shape;1314;p33"/>
          <p:cNvSpPr txBox="1"/>
          <p:nvPr/>
        </p:nvSpPr>
        <p:spPr>
          <a:xfrm>
            <a:off x="798300" y="1980001"/>
            <a:ext cx="21468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MANUAL TESTING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316" name="Google Shape;1316;p33"/>
          <p:cNvSpPr txBox="1"/>
          <p:nvPr/>
        </p:nvSpPr>
        <p:spPr>
          <a:xfrm>
            <a:off x="3589752" y="1980331"/>
            <a:ext cx="21468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AUTOMATION TESTING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317" name="Google Shape;1317;p33"/>
          <p:cNvSpPr txBox="1"/>
          <p:nvPr/>
        </p:nvSpPr>
        <p:spPr>
          <a:xfrm>
            <a:off x="3261000" y="2233925"/>
            <a:ext cx="2804304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PLAYWRIGHT / SELENIUM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318" name="Google Shape;1318;p33"/>
          <p:cNvSpPr txBox="1"/>
          <p:nvPr/>
        </p:nvSpPr>
        <p:spPr>
          <a:xfrm>
            <a:off x="2503575" y="3348250"/>
            <a:ext cx="21468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API TESTING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319" name="Google Shape;1319;p33"/>
          <p:cNvSpPr txBox="1"/>
          <p:nvPr/>
        </p:nvSpPr>
        <p:spPr>
          <a:xfrm>
            <a:off x="2503575" y="3611174"/>
            <a:ext cx="214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POSTMAN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320" name="Google Shape;1320;p33"/>
          <p:cNvSpPr txBox="1"/>
          <p:nvPr/>
        </p:nvSpPr>
        <p:spPr>
          <a:xfrm>
            <a:off x="5282100" y="3348250"/>
            <a:ext cx="21468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DEFECT TRACKING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321" name="Google Shape;1321;p33"/>
          <p:cNvSpPr txBox="1"/>
          <p:nvPr/>
        </p:nvSpPr>
        <p:spPr>
          <a:xfrm>
            <a:off x="5282100" y="3611174"/>
            <a:ext cx="214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JIRA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322" name="Google Shape;1322;p33"/>
          <p:cNvSpPr/>
          <p:nvPr/>
        </p:nvSpPr>
        <p:spPr>
          <a:xfrm>
            <a:off x="1715100" y="2843525"/>
            <a:ext cx="156600" cy="15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33"/>
          <p:cNvSpPr/>
          <p:nvPr/>
        </p:nvSpPr>
        <p:spPr>
          <a:xfrm>
            <a:off x="3104400" y="2843525"/>
            <a:ext cx="156600" cy="15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33"/>
          <p:cNvSpPr/>
          <p:nvPr/>
        </p:nvSpPr>
        <p:spPr>
          <a:xfrm>
            <a:off x="4493700" y="2843525"/>
            <a:ext cx="156600" cy="15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3"/>
          <p:cNvSpPr/>
          <p:nvPr/>
        </p:nvSpPr>
        <p:spPr>
          <a:xfrm>
            <a:off x="5883000" y="2843525"/>
            <a:ext cx="156600" cy="15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6" name="Google Shape;1326;p33"/>
          <p:cNvCxnSpPr>
            <a:stCxn id="1322" idx="6"/>
            <a:endCxn id="1323" idx="2"/>
          </p:cNvCxnSpPr>
          <p:nvPr/>
        </p:nvCxnSpPr>
        <p:spPr>
          <a:xfrm>
            <a:off x="1871700" y="2921825"/>
            <a:ext cx="1232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33"/>
          <p:cNvCxnSpPr>
            <a:stCxn id="1323" idx="6"/>
            <a:endCxn id="1324" idx="2"/>
          </p:cNvCxnSpPr>
          <p:nvPr/>
        </p:nvCxnSpPr>
        <p:spPr>
          <a:xfrm>
            <a:off x="3261000" y="2921825"/>
            <a:ext cx="1232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33"/>
          <p:cNvCxnSpPr>
            <a:stCxn id="1324" idx="6"/>
            <a:endCxn id="1325" idx="2"/>
          </p:cNvCxnSpPr>
          <p:nvPr/>
        </p:nvCxnSpPr>
        <p:spPr>
          <a:xfrm>
            <a:off x="4650300" y="2921825"/>
            <a:ext cx="1232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9" name="Google Shape;1329;p33"/>
          <p:cNvSpPr/>
          <p:nvPr/>
        </p:nvSpPr>
        <p:spPr>
          <a:xfrm>
            <a:off x="7272300" y="2843525"/>
            <a:ext cx="156600" cy="1566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30" name="Google Shape;1330;p33"/>
          <p:cNvCxnSpPr>
            <a:stCxn id="1325" idx="6"/>
            <a:endCxn id="1329" idx="2"/>
          </p:cNvCxnSpPr>
          <p:nvPr/>
        </p:nvCxnSpPr>
        <p:spPr>
          <a:xfrm>
            <a:off x="6039600" y="2921825"/>
            <a:ext cx="1232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41"/>
          <p:cNvSpPr txBox="1">
            <a:spLocks noGrp="1"/>
          </p:cNvSpPr>
          <p:nvPr>
            <p:ph type="title"/>
          </p:nvPr>
        </p:nvSpPr>
        <p:spPr>
          <a:xfrm>
            <a:off x="720000" y="564771"/>
            <a:ext cx="7704000" cy="54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MANUAL </a:t>
            </a:r>
            <a:r>
              <a:rPr lang="en" dirty="0" smtClean="0">
                <a:solidFill>
                  <a:schemeClr val="bg1"/>
                </a:solidFill>
              </a:rPr>
              <a:t>TESTING</a:t>
            </a:r>
            <a:r>
              <a:rPr lang="en" dirty="0" smtClean="0"/>
              <a:t> OVERVIEW</a:t>
            </a:r>
            <a:endParaRPr b="0" dirty="0"/>
          </a:p>
        </p:txBody>
      </p:sp>
      <p:sp>
        <p:nvSpPr>
          <p:cNvPr id="1507" name="Google Shape;1507;p41"/>
          <p:cNvSpPr/>
          <p:nvPr/>
        </p:nvSpPr>
        <p:spPr>
          <a:xfrm>
            <a:off x="2020005" y="1366836"/>
            <a:ext cx="681900" cy="739096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41"/>
          <p:cNvSpPr/>
          <p:nvPr/>
        </p:nvSpPr>
        <p:spPr>
          <a:xfrm>
            <a:off x="3937876" y="1366836"/>
            <a:ext cx="681900" cy="739096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41"/>
          <p:cNvSpPr/>
          <p:nvPr/>
        </p:nvSpPr>
        <p:spPr>
          <a:xfrm>
            <a:off x="5855747" y="1366836"/>
            <a:ext cx="681900" cy="739096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0" name="Google Shape;1520;p41"/>
          <p:cNvGrpSpPr/>
          <p:nvPr/>
        </p:nvGrpSpPr>
        <p:grpSpPr>
          <a:xfrm>
            <a:off x="4108029" y="1533163"/>
            <a:ext cx="341593" cy="402522"/>
            <a:chOff x="2561613" y="1356225"/>
            <a:chExt cx="239950" cy="270375"/>
          </a:xfrm>
        </p:grpSpPr>
        <p:sp>
          <p:nvSpPr>
            <p:cNvPr id="1521" name="Google Shape;1521;p41"/>
            <p:cNvSpPr/>
            <p:nvPr/>
          </p:nvSpPr>
          <p:spPr>
            <a:xfrm>
              <a:off x="2561613" y="1356225"/>
              <a:ext cx="239950" cy="270375"/>
            </a:xfrm>
            <a:custGeom>
              <a:avLst/>
              <a:gdLst/>
              <a:ahLst/>
              <a:cxnLst/>
              <a:rect l="l" t="t" r="r" b="b"/>
              <a:pathLst>
                <a:path w="9598" h="10815" extrusionOk="0">
                  <a:moveTo>
                    <a:pt x="4781" y="1"/>
                  </a:moveTo>
                  <a:cubicBezTo>
                    <a:pt x="4707" y="1"/>
                    <a:pt x="4632" y="22"/>
                    <a:pt x="4561" y="64"/>
                  </a:cubicBezTo>
                  <a:lnTo>
                    <a:pt x="203" y="2600"/>
                  </a:lnTo>
                  <a:cubicBezTo>
                    <a:pt x="72" y="2683"/>
                    <a:pt x="1" y="2814"/>
                    <a:pt x="1" y="2981"/>
                  </a:cubicBezTo>
                  <a:cubicBezTo>
                    <a:pt x="1" y="3123"/>
                    <a:pt x="72" y="3254"/>
                    <a:pt x="203" y="3350"/>
                  </a:cubicBezTo>
                  <a:lnTo>
                    <a:pt x="1644" y="4195"/>
                  </a:lnTo>
                  <a:lnTo>
                    <a:pt x="203" y="5040"/>
                  </a:lnTo>
                  <a:cubicBezTo>
                    <a:pt x="72" y="5112"/>
                    <a:pt x="1" y="5255"/>
                    <a:pt x="1" y="5409"/>
                  </a:cubicBezTo>
                  <a:cubicBezTo>
                    <a:pt x="1" y="5576"/>
                    <a:pt x="72" y="5695"/>
                    <a:pt x="203" y="5790"/>
                  </a:cubicBezTo>
                  <a:lnTo>
                    <a:pt x="1644" y="6636"/>
                  </a:lnTo>
                  <a:lnTo>
                    <a:pt x="203" y="7481"/>
                  </a:lnTo>
                  <a:cubicBezTo>
                    <a:pt x="72" y="7553"/>
                    <a:pt x="1" y="7695"/>
                    <a:pt x="1" y="7838"/>
                  </a:cubicBezTo>
                  <a:cubicBezTo>
                    <a:pt x="1" y="7993"/>
                    <a:pt x="72" y="8124"/>
                    <a:pt x="203" y="8207"/>
                  </a:cubicBezTo>
                  <a:lnTo>
                    <a:pt x="4561" y="10755"/>
                  </a:lnTo>
                  <a:cubicBezTo>
                    <a:pt x="4621" y="10803"/>
                    <a:pt x="4704" y="10815"/>
                    <a:pt x="4775" y="10815"/>
                  </a:cubicBezTo>
                  <a:cubicBezTo>
                    <a:pt x="4847" y="10815"/>
                    <a:pt x="4918" y="10803"/>
                    <a:pt x="4978" y="10755"/>
                  </a:cubicBezTo>
                  <a:lnTo>
                    <a:pt x="7192" y="9458"/>
                  </a:lnTo>
                  <a:cubicBezTo>
                    <a:pt x="7276" y="9422"/>
                    <a:pt x="7299" y="9327"/>
                    <a:pt x="7252" y="9255"/>
                  </a:cubicBezTo>
                  <a:cubicBezTo>
                    <a:pt x="7227" y="9206"/>
                    <a:pt x="7175" y="9174"/>
                    <a:pt x="7121" y="9174"/>
                  </a:cubicBezTo>
                  <a:cubicBezTo>
                    <a:pt x="7097" y="9174"/>
                    <a:pt x="7072" y="9181"/>
                    <a:pt x="7049" y="9196"/>
                  </a:cubicBezTo>
                  <a:lnTo>
                    <a:pt x="4835" y="10493"/>
                  </a:lnTo>
                  <a:cubicBezTo>
                    <a:pt x="4817" y="10499"/>
                    <a:pt x="4799" y="10502"/>
                    <a:pt x="4781" y="10502"/>
                  </a:cubicBezTo>
                  <a:cubicBezTo>
                    <a:pt x="4763" y="10502"/>
                    <a:pt x="4746" y="10499"/>
                    <a:pt x="4728" y="10493"/>
                  </a:cubicBezTo>
                  <a:lnTo>
                    <a:pt x="370" y="7945"/>
                  </a:lnTo>
                  <a:cubicBezTo>
                    <a:pt x="322" y="7922"/>
                    <a:pt x="311" y="7874"/>
                    <a:pt x="311" y="7862"/>
                  </a:cubicBezTo>
                  <a:cubicBezTo>
                    <a:pt x="311" y="7838"/>
                    <a:pt x="311" y="7803"/>
                    <a:pt x="370" y="7767"/>
                  </a:cubicBezTo>
                  <a:lnTo>
                    <a:pt x="1977" y="6826"/>
                  </a:lnTo>
                  <a:lnTo>
                    <a:pt x="2656" y="7231"/>
                  </a:lnTo>
                  <a:cubicBezTo>
                    <a:pt x="2692" y="7243"/>
                    <a:pt x="2716" y="7243"/>
                    <a:pt x="2739" y="7243"/>
                  </a:cubicBezTo>
                  <a:cubicBezTo>
                    <a:pt x="2799" y="7243"/>
                    <a:pt x="2835" y="7219"/>
                    <a:pt x="2870" y="7172"/>
                  </a:cubicBezTo>
                  <a:cubicBezTo>
                    <a:pt x="2918" y="7100"/>
                    <a:pt x="2882" y="6993"/>
                    <a:pt x="2811" y="6957"/>
                  </a:cubicBezTo>
                  <a:lnTo>
                    <a:pt x="370" y="5528"/>
                  </a:lnTo>
                  <a:cubicBezTo>
                    <a:pt x="322" y="5505"/>
                    <a:pt x="311" y="5457"/>
                    <a:pt x="311" y="5445"/>
                  </a:cubicBezTo>
                  <a:cubicBezTo>
                    <a:pt x="311" y="5433"/>
                    <a:pt x="311" y="5386"/>
                    <a:pt x="370" y="5362"/>
                  </a:cubicBezTo>
                  <a:lnTo>
                    <a:pt x="1977" y="4421"/>
                  </a:lnTo>
                  <a:lnTo>
                    <a:pt x="2620" y="4790"/>
                  </a:lnTo>
                  <a:cubicBezTo>
                    <a:pt x="2643" y="4805"/>
                    <a:pt x="2669" y="4812"/>
                    <a:pt x="2694" y="4812"/>
                  </a:cubicBezTo>
                  <a:cubicBezTo>
                    <a:pt x="2751" y="4812"/>
                    <a:pt x="2806" y="4780"/>
                    <a:pt x="2823" y="4731"/>
                  </a:cubicBezTo>
                  <a:cubicBezTo>
                    <a:pt x="2870" y="4659"/>
                    <a:pt x="2835" y="4552"/>
                    <a:pt x="2763" y="4516"/>
                  </a:cubicBezTo>
                  <a:lnTo>
                    <a:pt x="370" y="3123"/>
                  </a:lnTo>
                  <a:cubicBezTo>
                    <a:pt x="322" y="3088"/>
                    <a:pt x="311" y="3052"/>
                    <a:pt x="311" y="3028"/>
                  </a:cubicBezTo>
                  <a:cubicBezTo>
                    <a:pt x="311" y="3016"/>
                    <a:pt x="311" y="2969"/>
                    <a:pt x="370" y="2945"/>
                  </a:cubicBezTo>
                  <a:lnTo>
                    <a:pt x="4728" y="397"/>
                  </a:lnTo>
                  <a:cubicBezTo>
                    <a:pt x="4746" y="391"/>
                    <a:pt x="4763" y="388"/>
                    <a:pt x="4781" y="388"/>
                  </a:cubicBezTo>
                  <a:cubicBezTo>
                    <a:pt x="4799" y="388"/>
                    <a:pt x="4817" y="391"/>
                    <a:pt x="4835" y="397"/>
                  </a:cubicBezTo>
                  <a:lnTo>
                    <a:pt x="9193" y="2945"/>
                  </a:lnTo>
                  <a:cubicBezTo>
                    <a:pt x="9240" y="2969"/>
                    <a:pt x="9252" y="3016"/>
                    <a:pt x="9252" y="3028"/>
                  </a:cubicBezTo>
                  <a:cubicBezTo>
                    <a:pt x="9252" y="3052"/>
                    <a:pt x="9252" y="3088"/>
                    <a:pt x="9193" y="3123"/>
                  </a:cubicBezTo>
                  <a:lnTo>
                    <a:pt x="4835" y="5671"/>
                  </a:lnTo>
                  <a:cubicBezTo>
                    <a:pt x="4817" y="5677"/>
                    <a:pt x="4799" y="5680"/>
                    <a:pt x="4781" y="5680"/>
                  </a:cubicBezTo>
                  <a:cubicBezTo>
                    <a:pt x="4763" y="5680"/>
                    <a:pt x="4746" y="5677"/>
                    <a:pt x="4728" y="5671"/>
                  </a:cubicBezTo>
                  <a:lnTo>
                    <a:pt x="3347" y="4862"/>
                  </a:lnTo>
                  <a:cubicBezTo>
                    <a:pt x="3324" y="4847"/>
                    <a:pt x="3298" y="4840"/>
                    <a:pt x="3272" y="4840"/>
                  </a:cubicBezTo>
                  <a:cubicBezTo>
                    <a:pt x="3215" y="4840"/>
                    <a:pt x="3157" y="4872"/>
                    <a:pt x="3132" y="4921"/>
                  </a:cubicBezTo>
                  <a:cubicBezTo>
                    <a:pt x="3108" y="4993"/>
                    <a:pt x="3120" y="5100"/>
                    <a:pt x="3192" y="5136"/>
                  </a:cubicBezTo>
                  <a:lnTo>
                    <a:pt x="4585" y="5933"/>
                  </a:lnTo>
                  <a:cubicBezTo>
                    <a:pt x="4644" y="5981"/>
                    <a:pt x="4716" y="5993"/>
                    <a:pt x="4787" y="5993"/>
                  </a:cubicBezTo>
                  <a:cubicBezTo>
                    <a:pt x="4859" y="5993"/>
                    <a:pt x="4942" y="5981"/>
                    <a:pt x="5002" y="5933"/>
                  </a:cubicBezTo>
                  <a:lnTo>
                    <a:pt x="7597" y="4421"/>
                  </a:lnTo>
                  <a:lnTo>
                    <a:pt x="9204" y="5362"/>
                  </a:lnTo>
                  <a:cubicBezTo>
                    <a:pt x="9252" y="5386"/>
                    <a:pt x="9264" y="5433"/>
                    <a:pt x="9264" y="5445"/>
                  </a:cubicBezTo>
                  <a:cubicBezTo>
                    <a:pt x="9264" y="5457"/>
                    <a:pt x="9264" y="5505"/>
                    <a:pt x="9204" y="5528"/>
                  </a:cubicBezTo>
                  <a:lnTo>
                    <a:pt x="4847" y="8076"/>
                  </a:lnTo>
                  <a:cubicBezTo>
                    <a:pt x="4835" y="8082"/>
                    <a:pt x="4817" y="8085"/>
                    <a:pt x="4798" y="8085"/>
                  </a:cubicBezTo>
                  <a:cubicBezTo>
                    <a:pt x="4778" y="8085"/>
                    <a:pt x="4757" y="8082"/>
                    <a:pt x="4740" y="8076"/>
                  </a:cubicBezTo>
                  <a:lnTo>
                    <a:pt x="3406" y="7291"/>
                  </a:lnTo>
                  <a:cubicBezTo>
                    <a:pt x="3384" y="7276"/>
                    <a:pt x="3358" y="7269"/>
                    <a:pt x="3332" y="7269"/>
                  </a:cubicBezTo>
                  <a:cubicBezTo>
                    <a:pt x="3274" y="7269"/>
                    <a:pt x="3216" y="7301"/>
                    <a:pt x="3192" y="7350"/>
                  </a:cubicBezTo>
                  <a:cubicBezTo>
                    <a:pt x="3156" y="7422"/>
                    <a:pt x="3180" y="7529"/>
                    <a:pt x="3251" y="7553"/>
                  </a:cubicBezTo>
                  <a:lnTo>
                    <a:pt x="4597" y="8350"/>
                  </a:lnTo>
                  <a:cubicBezTo>
                    <a:pt x="4656" y="8398"/>
                    <a:pt x="4728" y="8410"/>
                    <a:pt x="4799" y="8410"/>
                  </a:cubicBezTo>
                  <a:cubicBezTo>
                    <a:pt x="4883" y="8410"/>
                    <a:pt x="4954" y="8398"/>
                    <a:pt x="5013" y="8350"/>
                  </a:cubicBezTo>
                  <a:lnTo>
                    <a:pt x="7621" y="6826"/>
                  </a:lnTo>
                  <a:lnTo>
                    <a:pt x="9228" y="7767"/>
                  </a:lnTo>
                  <a:cubicBezTo>
                    <a:pt x="9264" y="7803"/>
                    <a:pt x="9276" y="7838"/>
                    <a:pt x="9276" y="7862"/>
                  </a:cubicBezTo>
                  <a:cubicBezTo>
                    <a:pt x="9276" y="7874"/>
                    <a:pt x="9276" y="7922"/>
                    <a:pt x="9228" y="7945"/>
                  </a:cubicBezTo>
                  <a:lnTo>
                    <a:pt x="7657" y="8850"/>
                  </a:lnTo>
                  <a:cubicBezTo>
                    <a:pt x="7585" y="8898"/>
                    <a:pt x="7561" y="8981"/>
                    <a:pt x="7597" y="9065"/>
                  </a:cubicBezTo>
                  <a:cubicBezTo>
                    <a:pt x="7633" y="9100"/>
                    <a:pt x="7692" y="9136"/>
                    <a:pt x="7740" y="9136"/>
                  </a:cubicBezTo>
                  <a:cubicBezTo>
                    <a:pt x="7764" y="9136"/>
                    <a:pt x="7788" y="9136"/>
                    <a:pt x="7811" y="9124"/>
                  </a:cubicBezTo>
                  <a:lnTo>
                    <a:pt x="9383" y="8207"/>
                  </a:lnTo>
                  <a:cubicBezTo>
                    <a:pt x="9526" y="8136"/>
                    <a:pt x="9597" y="8005"/>
                    <a:pt x="9597" y="7838"/>
                  </a:cubicBezTo>
                  <a:cubicBezTo>
                    <a:pt x="9562" y="7648"/>
                    <a:pt x="9490" y="7517"/>
                    <a:pt x="9359" y="7445"/>
                  </a:cubicBezTo>
                  <a:lnTo>
                    <a:pt x="7919" y="6588"/>
                  </a:lnTo>
                  <a:lnTo>
                    <a:pt x="9359" y="5743"/>
                  </a:lnTo>
                  <a:cubicBezTo>
                    <a:pt x="9490" y="5671"/>
                    <a:pt x="9562" y="5540"/>
                    <a:pt x="9562" y="5374"/>
                  </a:cubicBezTo>
                  <a:cubicBezTo>
                    <a:pt x="9562" y="5219"/>
                    <a:pt x="9490" y="5088"/>
                    <a:pt x="9359" y="5005"/>
                  </a:cubicBezTo>
                  <a:lnTo>
                    <a:pt x="7919" y="4147"/>
                  </a:lnTo>
                  <a:lnTo>
                    <a:pt x="9359" y="3302"/>
                  </a:lnTo>
                  <a:cubicBezTo>
                    <a:pt x="9490" y="3231"/>
                    <a:pt x="9562" y="3100"/>
                    <a:pt x="9562" y="2933"/>
                  </a:cubicBezTo>
                  <a:cubicBezTo>
                    <a:pt x="9562" y="2778"/>
                    <a:pt x="9490" y="2647"/>
                    <a:pt x="9359" y="2564"/>
                  </a:cubicBezTo>
                  <a:lnTo>
                    <a:pt x="5002" y="64"/>
                  </a:lnTo>
                  <a:cubicBezTo>
                    <a:pt x="4930" y="22"/>
                    <a:pt x="4856" y="1"/>
                    <a:pt x="4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1"/>
            <p:cNvSpPr/>
            <p:nvPr/>
          </p:nvSpPr>
          <p:spPr>
            <a:xfrm>
              <a:off x="2659863" y="1402825"/>
              <a:ext cx="15200" cy="14525"/>
            </a:xfrm>
            <a:custGeom>
              <a:avLst/>
              <a:gdLst/>
              <a:ahLst/>
              <a:cxnLst/>
              <a:rect l="l" t="t" r="r" b="b"/>
              <a:pathLst>
                <a:path w="608" h="581" extrusionOk="0">
                  <a:moveTo>
                    <a:pt x="167" y="0"/>
                  </a:moveTo>
                  <a:cubicBezTo>
                    <a:pt x="128" y="0"/>
                    <a:pt x="89" y="15"/>
                    <a:pt x="60" y="45"/>
                  </a:cubicBezTo>
                  <a:cubicBezTo>
                    <a:pt x="0" y="104"/>
                    <a:pt x="0" y="200"/>
                    <a:pt x="60" y="259"/>
                  </a:cubicBezTo>
                  <a:lnTo>
                    <a:pt x="321" y="533"/>
                  </a:lnTo>
                  <a:cubicBezTo>
                    <a:pt x="357" y="557"/>
                    <a:pt x="393" y="581"/>
                    <a:pt x="429" y="581"/>
                  </a:cubicBezTo>
                  <a:cubicBezTo>
                    <a:pt x="476" y="581"/>
                    <a:pt x="500" y="557"/>
                    <a:pt x="536" y="533"/>
                  </a:cubicBezTo>
                  <a:cubicBezTo>
                    <a:pt x="607" y="474"/>
                    <a:pt x="607" y="366"/>
                    <a:pt x="548" y="307"/>
                  </a:cubicBezTo>
                  <a:lnTo>
                    <a:pt x="274" y="45"/>
                  </a:lnTo>
                  <a:cubicBezTo>
                    <a:pt x="244" y="15"/>
                    <a:pt x="205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1"/>
            <p:cNvSpPr/>
            <p:nvPr/>
          </p:nvSpPr>
          <p:spPr>
            <a:xfrm>
              <a:off x="2659563" y="1425675"/>
              <a:ext cx="42875" cy="8050"/>
            </a:xfrm>
            <a:custGeom>
              <a:avLst/>
              <a:gdLst/>
              <a:ahLst/>
              <a:cxnLst/>
              <a:rect l="l" t="t" r="r" b="b"/>
              <a:pathLst>
                <a:path w="1715" h="322" extrusionOk="0">
                  <a:moveTo>
                    <a:pt x="191" y="0"/>
                  </a:moveTo>
                  <a:cubicBezTo>
                    <a:pt x="107" y="0"/>
                    <a:pt x="36" y="60"/>
                    <a:pt x="24" y="143"/>
                  </a:cubicBezTo>
                  <a:cubicBezTo>
                    <a:pt x="0" y="226"/>
                    <a:pt x="83" y="322"/>
                    <a:pt x="191" y="322"/>
                  </a:cubicBezTo>
                  <a:lnTo>
                    <a:pt x="1560" y="322"/>
                  </a:lnTo>
                  <a:cubicBezTo>
                    <a:pt x="1631" y="322"/>
                    <a:pt x="1703" y="262"/>
                    <a:pt x="1715" y="179"/>
                  </a:cubicBezTo>
                  <a:cubicBezTo>
                    <a:pt x="1715" y="83"/>
                    <a:pt x="1643" y="0"/>
                    <a:pt x="1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1"/>
            <p:cNvSpPr/>
            <p:nvPr/>
          </p:nvSpPr>
          <p:spPr>
            <a:xfrm>
              <a:off x="2659563" y="1439950"/>
              <a:ext cx="42875" cy="7775"/>
            </a:xfrm>
            <a:custGeom>
              <a:avLst/>
              <a:gdLst/>
              <a:ahLst/>
              <a:cxnLst/>
              <a:rect l="l" t="t" r="r" b="b"/>
              <a:pathLst>
                <a:path w="1715" h="311" extrusionOk="0">
                  <a:moveTo>
                    <a:pt x="191" y="1"/>
                  </a:moveTo>
                  <a:cubicBezTo>
                    <a:pt x="107" y="1"/>
                    <a:pt x="36" y="60"/>
                    <a:pt x="24" y="132"/>
                  </a:cubicBezTo>
                  <a:cubicBezTo>
                    <a:pt x="0" y="227"/>
                    <a:pt x="83" y="310"/>
                    <a:pt x="191" y="310"/>
                  </a:cubicBezTo>
                  <a:lnTo>
                    <a:pt x="1560" y="310"/>
                  </a:lnTo>
                  <a:cubicBezTo>
                    <a:pt x="1631" y="310"/>
                    <a:pt x="1703" y="251"/>
                    <a:pt x="1715" y="179"/>
                  </a:cubicBezTo>
                  <a:cubicBezTo>
                    <a:pt x="1715" y="72"/>
                    <a:pt x="1643" y="1"/>
                    <a:pt x="1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7" name="Google Shape;1547;p41"/>
          <p:cNvSpPr txBox="1"/>
          <p:nvPr/>
        </p:nvSpPr>
        <p:spPr>
          <a:xfrm>
            <a:off x="1371600" y="2850440"/>
            <a:ext cx="1972051" cy="57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20-25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548" name="Google Shape;1548;p41"/>
          <p:cNvSpPr txBox="1"/>
          <p:nvPr/>
        </p:nvSpPr>
        <p:spPr>
          <a:xfrm>
            <a:off x="3488810" y="2623936"/>
            <a:ext cx="17654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dirty="0" smtClean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Functional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dirty="0" smtClean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negative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549" name="Google Shape;1549;p41"/>
          <p:cNvSpPr txBox="1"/>
          <p:nvPr/>
        </p:nvSpPr>
        <p:spPr>
          <a:xfrm>
            <a:off x="5144319" y="2597894"/>
            <a:ext cx="195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Test ID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Scenario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Steps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551" name="Google Shape;1551;p41"/>
          <p:cNvSpPr txBox="1"/>
          <p:nvPr/>
        </p:nvSpPr>
        <p:spPr>
          <a:xfrm>
            <a:off x="1534886" y="2751962"/>
            <a:ext cx="1635315" cy="41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TOTAL MANUAL TEST CASES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552" name="Google Shape;1552;p41"/>
          <p:cNvSpPr txBox="1"/>
          <p:nvPr/>
        </p:nvSpPr>
        <p:spPr>
          <a:xfrm>
            <a:off x="3284389" y="2410753"/>
            <a:ext cx="1988874" cy="42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TEST CASE TYPES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553" name="Google Shape;1553;p41"/>
          <p:cNvSpPr txBox="1"/>
          <p:nvPr/>
        </p:nvSpPr>
        <p:spPr>
          <a:xfrm>
            <a:off x="5273263" y="2419557"/>
            <a:ext cx="1950900" cy="41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TEST CASE FORMAT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grpSp>
        <p:nvGrpSpPr>
          <p:cNvPr id="51" name="Google Shape;10446;p58"/>
          <p:cNvGrpSpPr/>
          <p:nvPr/>
        </p:nvGrpSpPr>
        <p:grpSpPr>
          <a:xfrm>
            <a:off x="6015585" y="1556988"/>
            <a:ext cx="362223" cy="377608"/>
            <a:chOff x="3513010" y="3816134"/>
            <a:chExt cx="362223" cy="361108"/>
          </a:xfrm>
          <a:solidFill>
            <a:schemeClr val="tx1"/>
          </a:solidFill>
        </p:grpSpPr>
        <p:sp>
          <p:nvSpPr>
            <p:cNvPr id="52" name="Google Shape;10447;p58"/>
            <p:cNvSpPr/>
            <p:nvPr/>
          </p:nvSpPr>
          <p:spPr>
            <a:xfrm>
              <a:off x="3513010" y="3816134"/>
              <a:ext cx="362223" cy="361108"/>
            </a:xfrm>
            <a:custGeom>
              <a:avLst/>
              <a:gdLst/>
              <a:ahLst/>
              <a:cxnLst/>
              <a:rect l="l" t="t" r="r" b="b"/>
              <a:pathLst>
                <a:path w="11371" h="11336" extrusionOk="0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448;p58"/>
            <p:cNvSpPr/>
            <p:nvPr/>
          </p:nvSpPr>
          <p:spPr>
            <a:xfrm>
              <a:off x="3618450" y="3879112"/>
              <a:ext cx="157045" cy="24688"/>
            </a:xfrm>
            <a:custGeom>
              <a:avLst/>
              <a:gdLst/>
              <a:ahLst/>
              <a:cxnLst/>
              <a:rect l="l" t="t" r="r" b="b"/>
              <a:pathLst>
                <a:path w="4930" h="775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449;p58"/>
            <p:cNvSpPr/>
            <p:nvPr/>
          </p:nvSpPr>
          <p:spPr>
            <a:xfrm>
              <a:off x="3618450" y="3921192"/>
              <a:ext cx="127834" cy="24688"/>
            </a:xfrm>
            <a:custGeom>
              <a:avLst/>
              <a:gdLst/>
              <a:ahLst/>
              <a:cxnLst/>
              <a:rect l="l" t="t" r="r" b="b"/>
              <a:pathLst>
                <a:path w="4013" h="775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450;p58"/>
            <p:cNvSpPr/>
            <p:nvPr/>
          </p:nvSpPr>
          <p:spPr>
            <a:xfrm>
              <a:off x="3617304" y="3962922"/>
              <a:ext cx="98655" cy="24688"/>
            </a:xfrm>
            <a:custGeom>
              <a:avLst/>
              <a:gdLst/>
              <a:ahLst/>
              <a:cxnLst/>
              <a:rect l="l" t="t" r="r" b="b"/>
              <a:pathLst>
                <a:path w="3097" h="775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10687;p58"/>
          <p:cNvSpPr/>
          <p:nvPr/>
        </p:nvSpPr>
        <p:spPr>
          <a:xfrm>
            <a:off x="2148697" y="1533162"/>
            <a:ext cx="399780" cy="357355"/>
          </a:xfrm>
          <a:custGeom>
            <a:avLst/>
            <a:gdLst/>
            <a:ahLst/>
            <a:cxnLst/>
            <a:rect l="l" t="t" r="r" b="b"/>
            <a:pathLst>
              <a:path w="12550" h="10728" extrusionOk="0">
                <a:moveTo>
                  <a:pt x="6298" y="369"/>
                </a:moveTo>
                <a:cubicBezTo>
                  <a:pt x="6306" y="369"/>
                  <a:pt x="6315" y="369"/>
                  <a:pt x="6323" y="370"/>
                </a:cubicBezTo>
                <a:cubicBezTo>
                  <a:pt x="6442" y="393"/>
                  <a:pt x="6525" y="477"/>
                  <a:pt x="6525" y="596"/>
                </a:cubicBezTo>
                <a:cubicBezTo>
                  <a:pt x="6525" y="727"/>
                  <a:pt x="6430" y="834"/>
                  <a:pt x="6287" y="834"/>
                </a:cubicBezTo>
                <a:cubicBezTo>
                  <a:pt x="6156" y="834"/>
                  <a:pt x="6049" y="727"/>
                  <a:pt x="6049" y="596"/>
                </a:cubicBezTo>
                <a:cubicBezTo>
                  <a:pt x="6049" y="482"/>
                  <a:pt x="6136" y="369"/>
                  <a:pt x="6298" y="369"/>
                </a:cubicBezTo>
                <a:close/>
                <a:moveTo>
                  <a:pt x="6871" y="727"/>
                </a:moveTo>
                <a:lnTo>
                  <a:pt x="8668" y="2513"/>
                </a:lnTo>
                <a:lnTo>
                  <a:pt x="3906" y="2513"/>
                </a:lnTo>
                <a:lnTo>
                  <a:pt x="5716" y="727"/>
                </a:lnTo>
                <a:cubicBezTo>
                  <a:pt x="5775" y="1001"/>
                  <a:pt x="6013" y="1191"/>
                  <a:pt x="6287" y="1191"/>
                </a:cubicBezTo>
                <a:cubicBezTo>
                  <a:pt x="6573" y="1191"/>
                  <a:pt x="6811" y="1001"/>
                  <a:pt x="6871" y="727"/>
                </a:cubicBezTo>
                <a:close/>
                <a:moveTo>
                  <a:pt x="3573" y="8787"/>
                </a:moveTo>
                <a:cubicBezTo>
                  <a:pt x="5216" y="8787"/>
                  <a:pt x="5097" y="8787"/>
                  <a:pt x="5156" y="8799"/>
                </a:cubicBezTo>
                <a:cubicBezTo>
                  <a:pt x="5275" y="8823"/>
                  <a:pt x="5370" y="8942"/>
                  <a:pt x="5370" y="9061"/>
                </a:cubicBezTo>
                <a:lnTo>
                  <a:pt x="5370" y="9513"/>
                </a:lnTo>
                <a:lnTo>
                  <a:pt x="3287" y="9513"/>
                </a:lnTo>
                <a:cubicBezTo>
                  <a:pt x="3275" y="9049"/>
                  <a:pt x="3275" y="9049"/>
                  <a:pt x="3287" y="9002"/>
                </a:cubicBezTo>
                <a:cubicBezTo>
                  <a:pt x="3334" y="8859"/>
                  <a:pt x="3430" y="8787"/>
                  <a:pt x="3573" y="8787"/>
                </a:cubicBezTo>
                <a:close/>
                <a:moveTo>
                  <a:pt x="10651" y="2885"/>
                </a:moveTo>
                <a:cubicBezTo>
                  <a:pt x="11916" y="2885"/>
                  <a:pt x="11740" y="2894"/>
                  <a:pt x="11740" y="2929"/>
                </a:cubicBezTo>
                <a:cubicBezTo>
                  <a:pt x="11729" y="9255"/>
                  <a:pt x="11779" y="9516"/>
                  <a:pt x="11713" y="9516"/>
                </a:cubicBezTo>
                <a:cubicBezTo>
                  <a:pt x="11707" y="9516"/>
                  <a:pt x="11700" y="9513"/>
                  <a:pt x="11693" y="9513"/>
                </a:cubicBezTo>
                <a:lnTo>
                  <a:pt x="5739" y="9513"/>
                </a:lnTo>
                <a:lnTo>
                  <a:pt x="5739" y="9144"/>
                </a:lnTo>
                <a:lnTo>
                  <a:pt x="11193" y="9144"/>
                </a:lnTo>
                <a:cubicBezTo>
                  <a:pt x="11288" y="9144"/>
                  <a:pt x="11371" y="9049"/>
                  <a:pt x="11371" y="8966"/>
                </a:cubicBezTo>
                <a:lnTo>
                  <a:pt x="11371" y="3441"/>
                </a:lnTo>
                <a:cubicBezTo>
                  <a:pt x="11371" y="3334"/>
                  <a:pt x="11276" y="3263"/>
                  <a:pt x="11193" y="3263"/>
                </a:cubicBezTo>
                <a:lnTo>
                  <a:pt x="3346" y="3263"/>
                </a:lnTo>
                <a:cubicBezTo>
                  <a:pt x="3239" y="3263"/>
                  <a:pt x="3168" y="3346"/>
                  <a:pt x="3168" y="3441"/>
                </a:cubicBezTo>
                <a:cubicBezTo>
                  <a:pt x="3168" y="3537"/>
                  <a:pt x="3251" y="3620"/>
                  <a:pt x="3346" y="3620"/>
                </a:cubicBezTo>
                <a:lnTo>
                  <a:pt x="10990" y="3620"/>
                </a:lnTo>
                <a:lnTo>
                  <a:pt x="10990" y="8775"/>
                </a:lnTo>
                <a:lnTo>
                  <a:pt x="5656" y="8775"/>
                </a:lnTo>
                <a:cubicBezTo>
                  <a:pt x="5561" y="8585"/>
                  <a:pt x="5370" y="8454"/>
                  <a:pt x="5156" y="8430"/>
                </a:cubicBezTo>
                <a:cubicBezTo>
                  <a:pt x="5128" y="8422"/>
                  <a:pt x="4938" y="8419"/>
                  <a:pt x="4696" y="8419"/>
                </a:cubicBezTo>
                <a:cubicBezTo>
                  <a:pt x="4212" y="8419"/>
                  <a:pt x="3521" y="8430"/>
                  <a:pt x="3513" y="8430"/>
                </a:cubicBezTo>
                <a:cubicBezTo>
                  <a:pt x="3287" y="8442"/>
                  <a:pt x="3072" y="8573"/>
                  <a:pt x="2977" y="8775"/>
                </a:cubicBezTo>
                <a:lnTo>
                  <a:pt x="1608" y="8775"/>
                </a:lnTo>
                <a:lnTo>
                  <a:pt x="1608" y="3620"/>
                </a:lnTo>
                <a:lnTo>
                  <a:pt x="2656" y="3620"/>
                </a:lnTo>
                <a:cubicBezTo>
                  <a:pt x="2763" y="3620"/>
                  <a:pt x="2834" y="3525"/>
                  <a:pt x="2834" y="3441"/>
                </a:cubicBezTo>
                <a:cubicBezTo>
                  <a:pt x="2834" y="3334"/>
                  <a:pt x="2751" y="3263"/>
                  <a:pt x="2656" y="3263"/>
                </a:cubicBezTo>
                <a:lnTo>
                  <a:pt x="1429" y="3263"/>
                </a:lnTo>
                <a:cubicBezTo>
                  <a:pt x="1322" y="3263"/>
                  <a:pt x="1251" y="3346"/>
                  <a:pt x="1251" y="3441"/>
                </a:cubicBezTo>
                <a:lnTo>
                  <a:pt x="1251" y="8966"/>
                </a:lnTo>
                <a:cubicBezTo>
                  <a:pt x="1251" y="9061"/>
                  <a:pt x="1334" y="9144"/>
                  <a:pt x="1429" y="9144"/>
                </a:cubicBezTo>
                <a:lnTo>
                  <a:pt x="2918" y="9144"/>
                </a:lnTo>
                <a:lnTo>
                  <a:pt x="2918" y="9513"/>
                </a:lnTo>
                <a:lnTo>
                  <a:pt x="917" y="9513"/>
                </a:lnTo>
                <a:cubicBezTo>
                  <a:pt x="894" y="9513"/>
                  <a:pt x="870" y="9490"/>
                  <a:pt x="870" y="9466"/>
                </a:cubicBezTo>
                <a:cubicBezTo>
                  <a:pt x="892" y="3144"/>
                  <a:pt x="843" y="2892"/>
                  <a:pt x="900" y="2892"/>
                </a:cubicBezTo>
                <a:cubicBezTo>
                  <a:pt x="905" y="2892"/>
                  <a:pt x="911" y="2894"/>
                  <a:pt x="917" y="2894"/>
                </a:cubicBezTo>
                <a:cubicBezTo>
                  <a:pt x="6680" y="2894"/>
                  <a:pt x="9386" y="2885"/>
                  <a:pt x="10651" y="2885"/>
                </a:cubicBezTo>
                <a:close/>
                <a:moveTo>
                  <a:pt x="6277" y="0"/>
                </a:moveTo>
                <a:cubicBezTo>
                  <a:pt x="6049" y="0"/>
                  <a:pt x="5823" y="84"/>
                  <a:pt x="5656" y="250"/>
                </a:cubicBezTo>
                <a:lnTo>
                  <a:pt x="3370" y="2513"/>
                </a:lnTo>
                <a:lnTo>
                  <a:pt x="894" y="2513"/>
                </a:lnTo>
                <a:cubicBezTo>
                  <a:pt x="667" y="2513"/>
                  <a:pt x="477" y="2691"/>
                  <a:pt x="477" y="2929"/>
                </a:cubicBezTo>
                <a:lnTo>
                  <a:pt x="477" y="9513"/>
                </a:lnTo>
                <a:lnTo>
                  <a:pt x="417" y="9513"/>
                </a:lnTo>
                <a:cubicBezTo>
                  <a:pt x="191" y="9513"/>
                  <a:pt x="1" y="9692"/>
                  <a:pt x="1" y="9930"/>
                </a:cubicBezTo>
                <a:lnTo>
                  <a:pt x="1" y="10311"/>
                </a:lnTo>
                <a:cubicBezTo>
                  <a:pt x="1" y="10537"/>
                  <a:pt x="179" y="10728"/>
                  <a:pt x="417" y="10728"/>
                </a:cubicBezTo>
                <a:lnTo>
                  <a:pt x="7811" y="10728"/>
                </a:lnTo>
                <a:cubicBezTo>
                  <a:pt x="7918" y="10728"/>
                  <a:pt x="7990" y="10645"/>
                  <a:pt x="7990" y="10549"/>
                </a:cubicBezTo>
                <a:cubicBezTo>
                  <a:pt x="7990" y="10454"/>
                  <a:pt x="7895" y="10371"/>
                  <a:pt x="7811" y="10371"/>
                </a:cubicBezTo>
                <a:cubicBezTo>
                  <a:pt x="7049" y="10370"/>
                  <a:pt x="6364" y="10369"/>
                  <a:pt x="5749" y="10369"/>
                </a:cubicBezTo>
                <a:cubicBezTo>
                  <a:pt x="2782" y="10369"/>
                  <a:pt x="1447" y="10380"/>
                  <a:pt x="848" y="10380"/>
                </a:cubicBezTo>
                <a:cubicBezTo>
                  <a:pt x="301" y="10380"/>
                  <a:pt x="370" y="10371"/>
                  <a:pt x="370" y="10335"/>
                </a:cubicBezTo>
                <a:lnTo>
                  <a:pt x="370" y="9942"/>
                </a:lnTo>
                <a:cubicBezTo>
                  <a:pt x="370" y="9904"/>
                  <a:pt x="221" y="9896"/>
                  <a:pt x="1247" y="9896"/>
                </a:cubicBezTo>
                <a:cubicBezTo>
                  <a:pt x="2032" y="9896"/>
                  <a:pt x="3502" y="9901"/>
                  <a:pt x="6250" y="9901"/>
                </a:cubicBezTo>
                <a:cubicBezTo>
                  <a:pt x="7776" y="9901"/>
                  <a:pt x="9695" y="9899"/>
                  <a:pt x="12109" y="9894"/>
                </a:cubicBezTo>
                <a:cubicBezTo>
                  <a:pt x="12145" y="9894"/>
                  <a:pt x="12157" y="9918"/>
                  <a:pt x="12157" y="9942"/>
                </a:cubicBezTo>
                <a:lnTo>
                  <a:pt x="12157" y="10335"/>
                </a:lnTo>
                <a:cubicBezTo>
                  <a:pt x="12157" y="10359"/>
                  <a:pt x="12145" y="10371"/>
                  <a:pt x="12109" y="10371"/>
                </a:cubicBezTo>
                <a:lnTo>
                  <a:pt x="8478" y="10371"/>
                </a:lnTo>
                <a:cubicBezTo>
                  <a:pt x="8371" y="10371"/>
                  <a:pt x="8299" y="10466"/>
                  <a:pt x="8299" y="10549"/>
                </a:cubicBezTo>
                <a:cubicBezTo>
                  <a:pt x="8299" y="10656"/>
                  <a:pt x="8395" y="10728"/>
                  <a:pt x="8478" y="10728"/>
                </a:cubicBezTo>
                <a:lnTo>
                  <a:pt x="12145" y="10728"/>
                </a:lnTo>
                <a:cubicBezTo>
                  <a:pt x="12359" y="10728"/>
                  <a:pt x="12550" y="10549"/>
                  <a:pt x="12550" y="10311"/>
                </a:cubicBezTo>
                <a:lnTo>
                  <a:pt x="12550" y="9930"/>
                </a:lnTo>
                <a:cubicBezTo>
                  <a:pt x="12550" y="9704"/>
                  <a:pt x="12383" y="9513"/>
                  <a:pt x="12145" y="9513"/>
                </a:cubicBezTo>
                <a:lnTo>
                  <a:pt x="12086" y="9513"/>
                </a:lnTo>
                <a:lnTo>
                  <a:pt x="12086" y="2929"/>
                </a:lnTo>
                <a:cubicBezTo>
                  <a:pt x="12086" y="2715"/>
                  <a:pt x="11907" y="2513"/>
                  <a:pt x="11669" y="2513"/>
                </a:cubicBezTo>
                <a:lnTo>
                  <a:pt x="9180" y="2513"/>
                </a:lnTo>
                <a:lnTo>
                  <a:pt x="6906" y="250"/>
                </a:lnTo>
                <a:cubicBezTo>
                  <a:pt x="6734" y="84"/>
                  <a:pt x="6504" y="0"/>
                  <a:pt x="62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549;p41"/>
          <p:cNvSpPr txBox="1"/>
          <p:nvPr/>
        </p:nvSpPr>
        <p:spPr>
          <a:xfrm>
            <a:off x="6259684" y="2597894"/>
            <a:ext cx="1913938" cy="56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Expected Result</a:t>
            </a:r>
            <a:endParaRPr lang="en-US" dirty="0" smtClean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Actual Result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Status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62" name="Google Shape;1547;p41"/>
          <p:cNvSpPr txBox="1"/>
          <p:nvPr/>
        </p:nvSpPr>
        <p:spPr>
          <a:xfrm>
            <a:off x="1894114" y="3487604"/>
            <a:ext cx="4731142" cy="60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n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NOTE: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executed all test cases and captured evidence</a:t>
            </a:r>
            <a:r>
              <a:rPr lang="en-US" dirty="0"/>
              <a:t>.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40"/>
          <p:cNvSpPr txBox="1">
            <a:spLocks noGrp="1"/>
          </p:cNvSpPr>
          <p:nvPr>
            <p:ph type="subTitle" idx="3"/>
          </p:nvPr>
        </p:nvSpPr>
        <p:spPr>
          <a:xfrm>
            <a:off x="1999494" y="1673257"/>
            <a:ext cx="2491286" cy="395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Selenium/ Playwright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0" name="Google Shape;149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>
                <a:solidFill>
                  <a:schemeClr val="bg1"/>
                </a:solidFill>
              </a:rPr>
              <a:t>AUTOMATION </a:t>
            </a:r>
            <a:r>
              <a:rPr lang="en" b="0" dirty="0" smtClean="0"/>
              <a:t>TESTING </a:t>
            </a:r>
            <a:r>
              <a:rPr lang="en" b="0" dirty="0" smtClean="0">
                <a:solidFill>
                  <a:schemeClr val="bg1"/>
                </a:solidFill>
              </a:rPr>
              <a:t>OVERVIEW</a:t>
            </a:r>
            <a:endParaRPr b="0" dirty="0">
              <a:solidFill>
                <a:schemeClr val="bg1"/>
              </a:solidFill>
            </a:endParaRPr>
          </a:p>
        </p:txBody>
      </p:sp>
      <p:grpSp>
        <p:nvGrpSpPr>
          <p:cNvPr id="1491" name="Google Shape;1491;p40"/>
          <p:cNvGrpSpPr/>
          <p:nvPr/>
        </p:nvGrpSpPr>
        <p:grpSpPr>
          <a:xfrm rot="10800000">
            <a:off x="3877544" y="4390168"/>
            <a:ext cx="1595919" cy="1662044"/>
            <a:chOff x="4445625" y="1829838"/>
            <a:chExt cx="739125" cy="769750"/>
          </a:xfrm>
        </p:grpSpPr>
        <p:sp>
          <p:nvSpPr>
            <p:cNvPr id="1492" name="Google Shape;1492;p4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98" name="Google Shape;1498;p4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0" name="Google Shape;1500;p40"/>
          <p:cNvSpPr txBox="1">
            <a:spLocks noGrp="1"/>
          </p:cNvSpPr>
          <p:nvPr>
            <p:ph type="subTitle" idx="1"/>
          </p:nvPr>
        </p:nvSpPr>
        <p:spPr>
          <a:xfrm>
            <a:off x="1240043" y="1483850"/>
            <a:ext cx="3522300" cy="4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TOOL USED</a:t>
            </a:r>
            <a:endParaRPr dirty="0"/>
          </a:p>
        </p:txBody>
      </p:sp>
      <p:sp>
        <p:nvSpPr>
          <p:cNvPr id="1501" name="Google Shape;1501;p40"/>
          <p:cNvSpPr txBox="1">
            <a:spLocks noGrp="1"/>
          </p:cNvSpPr>
          <p:nvPr>
            <p:ph type="subTitle" idx="2"/>
          </p:nvPr>
        </p:nvSpPr>
        <p:spPr>
          <a:xfrm>
            <a:off x="4252668" y="1493486"/>
            <a:ext cx="3522300" cy="4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LANGUAGES</a:t>
            </a:r>
            <a:endParaRPr dirty="0"/>
          </a:p>
        </p:txBody>
      </p:sp>
      <p:sp>
        <p:nvSpPr>
          <p:cNvPr id="17" name="Google Shape;1488;p40"/>
          <p:cNvSpPr txBox="1">
            <a:spLocks noGrp="1"/>
          </p:cNvSpPr>
          <p:nvPr>
            <p:ph type="subTitle" idx="3"/>
          </p:nvPr>
        </p:nvSpPr>
        <p:spPr>
          <a:xfrm>
            <a:off x="5023012" y="1673257"/>
            <a:ext cx="2491286" cy="395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Java/ Python/ </a:t>
            </a:r>
            <a:r>
              <a:rPr lang="en-US" dirty="0" err="1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488;p40"/>
          <p:cNvSpPr txBox="1">
            <a:spLocks noGrp="1"/>
          </p:cNvSpPr>
          <p:nvPr>
            <p:ph type="subTitle" idx="3"/>
          </p:nvPr>
        </p:nvSpPr>
        <p:spPr>
          <a:xfrm>
            <a:off x="1585497" y="2723050"/>
            <a:ext cx="2491286" cy="395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8-10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1500;p40"/>
          <p:cNvSpPr txBox="1">
            <a:spLocks noGrp="1"/>
          </p:cNvSpPr>
          <p:nvPr>
            <p:ph type="subTitle" idx="1"/>
          </p:nvPr>
        </p:nvSpPr>
        <p:spPr>
          <a:xfrm>
            <a:off x="1240043" y="2533643"/>
            <a:ext cx="3522300" cy="4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AUTOMATED TEST CASES</a:t>
            </a:r>
            <a:endParaRPr dirty="0"/>
          </a:p>
        </p:txBody>
      </p:sp>
      <p:sp>
        <p:nvSpPr>
          <p:cNvPr id="20" name="Google Shape;1501;p40"/>
          <p:cNvSpPr txBox="1">
            <a:spLocks noGrp="1"/>
          </p:cNvSpPr>
          <p:nvPr>
            <p:ph type="subTitle" idx="2"/>
          </p:nvPr>
        </p:nvSpPr>
        <p:spPr>
          <a:xfrm>
            <a:off x="4252668" y="2543279"/>
            <a:ext cx="3522300" cy="4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/>
              <a:t>CRITICAL FLOWS</a:t>
            </a:r>
            <a:endParaRPr dirty="0"/>
          </a:p>
        </p:txBody>
      </p:sp>
      <p:sp>
        <p:nvSpPr>
          <p:cNvPr id="21" name="Google Shape;1488;p40"/>
          <p:cNvSpPr txBox="1">
            <a:spLocks noGrp="1"/>
          </p:cNvSpPr>
          <p:nvPr>
            <p:ph type="subTitle" idx="3"/>
          </p:nvPr>
        </p:nvSpPr>
        <p:spPr>
          <a:xfrm>
            <a:off x="5023012" y="2723050"/>
            <a:ext cx="2491286" cy="395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test cases were selected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547;p41"/>
          <p:cNvSpPr txBox="1"/>
          <p:nvPr/>
        </p:nvSpPr>
        <p:spPr>
          <a:xfrm>
            <a:off x="1883229" y="3487603"/>
            <a:ext cx="4742027" cy="64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n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NOTE: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We automated repetitive and critical test scenarios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bg1"/>
                </a:solidFill>
              </a:rPr>
              <a:t>API </a:t>
            </a:r>
            <a:r>
              <a:rPr lang="en" dirty="0" smtClean="0"/>
              <a:t>TESTING OVERVIEW</a:t>
            </a:r>
            <a:endParaRPr b="0" dirty="0"/>
          </a:p>
        </p:txBody>
      </p:sp>
      <p:sp>
        <p:nvSpPr>
          <p:cNvPr id="1561" name="Google Shape;1561;p42"/>
          <p:cNvSpPr/>
          <p:nvPr/>
        </p:nvSpPr>
        <p:spPr>
          <a:xfrm>
            <a:off x="1160747" y="1905650"/>
            <a:ext cx="2730300" cy="444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ASSERTIONS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562" name="Google Shape;1562;p42"/>
          <p:cNvSpPr/>
          <p:nvPr/>
        </p:nvSpPr>
        <p:spPr>
          <a:xfrm>
            <a:off x="2753684" y="1111400"/>
            <a:ext cx="3624600" cy="444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USE OF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cxnSp>
        <p:nvCxnSpPr>
          <p:cNvPr id="1563" name="Google Shape;1563;p42"/>
          <p:cNvCxnSpPr>
            <a:stCxn id="1562" idx="2"/>
            <a:endCxn id="1561" idx="0"/>
          </p:cNvCxnSpPr>
          <p:nvPr/>
        </p:nvCxnSpPr>
        <p:spPr>
          <a:xfrm rot="5400000">
            <a:off x="3371084" y="710900"/>
            <a:ext cx="349800" cy="2040000"/>
          </a:xfrm>
          <a:prstGeom prst="bentConnector3">
            <a:avLst>
              <a:gd name="adj1" fmla="val 499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4" name="Google Shape;1564;p42"/>
          <p:cNvSpPr/>
          <p:nvPr/>
        </p:nvSpPr>
        <p:spPr>
          <a:xfrm>
            <a:off x="2219931" y="2860498"/>
            <a:ext cx="1733700" cy="643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GET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POST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565" name="Google Shape;1565;p42"/>
          <p:cNvSpPr/>
          <p:nvPr/>
        </p:nvSpPr>
        <p:spPr>
          <a:xfrm>
            <a:off x="1654629" y="2504333"/>
            <a:ext cx="1738118" cy="43596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API TYPES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567" name="Google Shape;1567;p42"/>
          <p:cNvSpPr/>
          <p:nvPr/>
        </p:nvSpPr>
        <p:spPr>
          <a:xfrm>
            <a:off x="5241072" y="1905650"/>
            <a:ext cx="2730300" cy="444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ENVIRONMENT VARIABLES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cxnSp>
        <p:nvCxnSpPr>
          <p:cNvPr id="1568" name="Google Shape;1568;p42"/>
          <p:cNvCxnSpPr>
            <a:stCxn id="1562" idx="2"/>
            <a:endCxn id="1567" idx="0"/>
          </p:cNvCxnSpPr>
          <p:nvPr/>
        </p:nvCxnSpPr>
        <p:spPr>
          <a:xfrm rot="-5400000" flipH="1">
            <a:off x="5411234" y="710750"/>
            <a:ext cx="349800" cy="2040300"/>
          </a:xfrm>
          <a:prstGeom prst="bentConnector3">
            <a:avLst>
              <a:gd name="adj1" fmla="val 4998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1" name="Google Shape;1571;p42"/>
          <p:cNvSpPr/>
          <p:nvPr/>
        </p:nvSpPr>
        <p:spPr>
          <a:xfrm>
            <a:off x="3699134" y="2916275"/>
            <a:ext cx="1733700" cy="643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6-8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572" name="Google Shape;1572;p42"/>
          <p:cNvSpPr/>
          <p:nvPr/>
        </p:nvSpPr>
        <p:spPr>
          <a:xfrm>
            <a:off x="3699372" y="2493447"/>
            <a:ext cx="1733700" cy="444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API TESTED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573" name="Google Shape;1573;p42"/>
          <p:cNvSpPr/>
          <p:nvPr/>
        </p:nvSpPr>
        <p:spPr>
          <a:xfrm>
            <a:off x="5739221" y="2914928"/>
            <a:ext cx="1733700" cy="643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POSTMAN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  <p:sp>
        <p:nvSpPr>
          <p:cNvPr id="1574" name="Google Shape;1574;p42"/>
          <p:cNvSpPr/>
          <p:nvPr/>
        </p:nvSpPr>
        <p:spPr>
          <a:xfrm>
            <a:off x="5739221" y="2493447"/>
            <a:ext cx="1733700" cy="444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TOOL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22" name="Google Shape;1547;p41"/>
          <p:cNvSpPr txBox="1"/>
          <p:nvPr/>
        </p:nvSpPr>
        <p:spPr>
          <a:xfrm>
            <a:off x="2209800" y="3525695"/>
            <a:ext cx="4727197" cy="57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n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NOTE: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We validated backend services independently of UI.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35"/>
          <p:cNvSpPr txBox="1">
            <a:spLocks noGrp="1"/>
          </p:cNvSpPr>
          <p:nvPr>
            <p:ph type="title" idx="4294967295"/>
          </p:nvPr>
        </p:nvSpPr>
        <p:spPr>
          <a:xfrm flipH="1">
            <a:off x="905084" y="3268250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API TYPE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1" name="Google Shape;1361;p35"/>
          <p:cNvSpPr txBox="1">
            <a:spLocks noGrp="1"/>
          </p:cNvSpPr>
          <p:nvPr>
            <p:ph type="title" idx="4294967295"/>
          </p:nvPr>
        </p:nvSpPr>
        <p:spPr>
          <a:xfrm flipH="1">
            <a:off x="905388" y="1443125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TOOL USED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2" name="Google Shape;1362;p35"/>
          <p:cNvSpPr txBox="1">
            <a:spLocks noGrp="1"/>
          </p:cNvSpPr>
          <p:nvPr>
            <p:ph type="title" idx="4294967295"/>
          </p:nvPr>
        </p:nvSpPr>
        <p:spPr>
          <a:xfrm>
            <a:off x="5853813" y="3268250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DATA FORMAT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3" name="Google Shape;1363;p35"/>
          <p:cNvSpPr txBox="1">
            <a:spLocks noGrp="1"/>
          </p:cNvSpPr>
          <p:nvPr>
            <p:ph type="title" idx="4294967295"/>
          </p:nvPr>
        </p:nvSpPr>
        <p:spPr>
          <a:xfrm>
            <a:off x="5854134" y="1443125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AUTHENTICATION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4" name="Google Shape;1364;p35"/>
          <p:cNvSpPr txBox="1">
            <a:spLocks noGrp="1"/>
          </p:cNvSpPr>
          <p:nvPr>
            <p:ph type="subTitle" idx="4294967295"/>
          </p:nvPr>
        </p:nvSpPr>
        <p:spPr>
          <a:xfrm flipH="1">
            <a:off x="827319" y="1662213"/>
            <a:ext cx="2484395" cy="5802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5" name="Google Shape;1365;p35"/>
          <p:cNvSpPr txBox="1">
            <a:spLocks noGrp="1"/>
          </p:cNvSpPr>
          <p:nvPr>
            <p:ph type="subTitle" idx="4294967295"/>
          </p:nvPr>
        </p:nvSpPr>
        <p:spPr>
          <a:xfrm flipH="1">
            <a:off x="881748" y="3498474"/>
            <a:ext cx="2429664" cy="583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6" name="Google Shape;1366;p35"/>
          <p:cNvSpPr txBox="1">
            <a:spLocks noGrp="1"/>
          </p:cNvSpPr>
          <p:nvPr>
            <p:ph type="subTitle" idx="4294967295"/>
          </p:nvPr>
        </p:nvSpPr>
        <p:spPr>
          <a:xfrm>
            <a:off x="5854008" y="1662213"/>
            <a:ext cx="24060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Cookies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8" name="Google Shape;1368;p35"/>
          <p:cNvSpPr txBox="1">
            <a:spLocks noGrp="1"/>
          </p:cNvSpPr>
          <p:nvPr>
            <p:ph type="subTitle" idx="4294967295"/>
          </p:nvPr>
        </p:nvSpPr>
        <p:spPr>
          <a:xfrm>
            <a:off x="5853685" y="3520246"/>
            <a:ext cx="24060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9" name="Google Shape;1369;p35"/>
          <p:cNvSpPr/>
          <p:nvPr/>
        </p:nvSpPr>
        <p:spPr>
          <a:xfrm>
            <a:off x="3368714" y="1598075"/>
            <a:ext cx="2406300" cy="240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" sz="2000" dirty="0" smtClean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API TESTING</a:t>
            </a:r>
            <a:r>
              <a:rPr lang="en" sz="2000" dirty="0" smtClean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 </a:t>
            </a:r>
            <a:r>
              <a:rPr lang="en" sz="20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ENVIRONMENT</a:t>
            </a:r>
            <a:endParaRPr sz="20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370" name="Google Shape;1370;p35"/>
          <p:cNvSpPr/>
          <p:nvPr/>
        </p:nvSpPr>
        <p:spPr>
          <a:xfrm>
            <a:off x="3223300" y="1515463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1" name="Google Shape;1371;p35"/>
          <p:cNvSpPr/>
          <p:nvPr/>
        </p:nvSpPr>
        <p:spPr>
          <a:xfrm>
            <a:off x="5129900" y="1515463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35"/>
          <p:cNvSpPr/>
          <p:nvPr/>
        </p:nvSpPr>
        <p:spPr>
          <a:xfrm>
            <a:off x="3223300" y="3296188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3" name="Google Shape;1373;p35"/>
          <p:cNvSpPr/>
          <p:nvPr/>
        </p:nvSpPr>
        <p:spPr>
          <a:xfrm>
            <a:off x="5129900" y="3296188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08" name="Google Shape;1408;p35"/>
          <p:cNvGrpSpPr/>
          <p:nvPr/>
        </p:nvGrpSpPr>
        <p:grpSpPr>
          <a:xfrm>
            <a:off x="3398395" y="3511946"/>
            <a:ext cx="397311" cy="359556"/>
            <a:chOff x="3132238" y="3196725"/>
            <a:chExt cx="269400" cy="243800"/>
          </a:xfrm>
        </p:grpSpPr>
        <p:sp>
          <p:nvSpPr>
            <p:cNvPr id="1409" name="Google Shape;1409;p35"/>
            <p:cNvSpPr/>
            <p:nvPr/>
          </p:nvSpPr>
          <p:spPr>
            <a:xfrm>
              <a:off x="3132238" y="3196725"/>
              <a:ext cx="269400" cy="243800"/>
            </a:xfrm>
            <a:custGeom>
              <a:avLst/>
              <a:gdLst/>
              <a:ahLst/>
              <a:cxnLst/>
              <a:rect l="l" t="t" r="r" b="b"/>
              <a:pathLst>
                <a:path w="10776" h="9752" extrusionOk="0">
                  <a:moveTo>
                    <a:pt x="6525" y="8061"/>
                  </a:moveTo>
                  <a:cubicBezTo>
                    <a:pt x="6620" y="8477"/>
                    <a:pt x="6858" y="9025"/>
                    <a:pt x="7382" y="9406"/>
                  </a:cubicBezTo>
                  <a:lnTo>
                    <a:pt x="7382" y="9430"/>
                  </a:lnTo>
                  <a:lnTo>
                    <a:pt x="3453" y="9430"/>
                  </a:lnTo>
                  <a:lnTo>
                    <a:pt x="3453" y="9406"/>
                  </a:lnTo>
                  <a:cubicBezTo>
                    <a:pt x="3977" y="9013"/>
                    <a:pt x="4215" y="8477"/>
                    <a:pt x="4310" y="8061"/>
                  </a:cubicBezTo>
                  <a:close/>
                  <a:moveTo>
                    <a:pt x="941" y="0"/>
                  </a:moveTo>
                  <a:cubicBezTo>
                    <a:pt x="417" y="0"/>
                    <a:pt x="0" y="417"/>
                    <a:pt x="0" y="941"/>
                  </a:cubicBezTo>
                  <a:lnTo>
                    <a:pt x="0" y="7561"/>
                  </a:lnTo>
                  <a:cubicBezTo>
                    <a:pt x="0" y="7846"/>
                    <a:pt x="226" y="8073"/>
                    <a:pt x="512" y="8073"/>
                  </a:cubicBezTo>
                  <a:lnTo>
                    <a:pt x="3989" y="8073"/>
                  </a:lnTo>
                  <a:cubicBezTo>
                    <a:pt x="3882" y="8430"/>
                    <a:pt x="3679" y="8858"/>
                    <a:pt x="3263" y="9168"/>
                  </a:cubicBezTo>
                  <a:cubicBezTo>
                    <a:pt x="3143" y="9263"/>
                    <a:pt x="3096" y="9430"/>
                    <a:pt x="3167" y="9573"/>
                  </a:cubicBezTo>
                  <a:cubicBezTo>
                    <a:pt x="3227" y="9692"/>
                    <a:pt x="3346" y="9751"/>
                    <a:pt x="3465" y="9751"/>
                  </a:cubicBezTo>
                  <a:lnTo>
                    <a:pt x="7382" y="9751"/>
                  </a:lnTo>
                  <a:cubicBezTo>
                    <a:pt x="7513" y="9751"/>
                    <a:pt x="7632" y="9680"/>
                    <a:pt x="7680" y="9561"/>
                  </a:cubicBezTo>
                  <a:cubicBezTo>
                    <a:pt x="7739" y="9430"/>
                    <a:pt x="7692" y="9263"/>
                    <a:pt x="7573" y="9168"/>
                  </a:cubicBezTo>
                  <a:cubicBezTo>
                    <a:pt x="7156" y="8858"/>
                    <a:pt x="6953" y="8430"/>
                    <a:pt x="6846" y="8073"/>
                  </a:cubicBezTo>
                  <a:lnTo>
                    <a:pt x="8394" y="8073"/>
                  </a:lnTo>
                  <a:cubicBezTo>
                    <a:pt x="8466" y="8073"/>
                    <a:pt x="8537" y="8013"/>
                    <a:pt x="8561" y="7942"/>
                  </a:cubicBezTo>
                  <a:cubicBezTo>
                    <a:pt x="8573" y="7846"/>
                    <a:pt x="8501" y="7763"/>
                    <a:pt x="8394" y="7763"/>
                  </a:cubicBezTo>
                  <a:lnTo>
                    <a:pt x="488" y="7763"/>
                  </a:lnTo>
                  <a:cubicBezTo>
                    <a:pt x="381" y="7763"/>
                    <a:pt x="310" y="7668"/>
                    <a:pt x="310" y="7584"/>
                  </a:cubicBezTo>
                  <a:lnTo>
                    <a:pt x="310" y="6632"/>
                  </a:lnTo>
                  <a:lnTo>
                    <a:pt x="1500" y="6632"/>
                  </a:lnTo>
                  <a:cubicBezTo>
                    <a:pt x="1572" y="6632"/>
                    <a:pt x="1655" y="6572"/>
                    <a:pt x="1667" y="6489"/>
                  </a:cubicBezTo>
                  <a:cubicBezTo>
                    <a:pt x="1679" y="6406"/>
                    <a:pt x="1608" y="6310"/>
                    <a:pt x="1500" y="6310"/>
                  </a:cubicBezTo>
                  <a:lnTo>
                    <a:pt x="310" y="6310"/>
                  </a:lnTo>
                  <a:lnTo>
                    <a:pt x="310" y="953"/>
                  </a:lnTo>
                  <a:cubicBezTo>
                    <a:pt x="310" y="619"/>
                    <a:pt x="596" y="345"/>
                    <a:pt x="917" y="345"/>
                  </a:cubicBezTo>
                  <a:lnTo>
                    <a:pt x="2715" y="345"/>
                  </a:lnTo>
                  <a:lnTo>
                    <a:pt x="2715" y="6310"/>
                  </a:lnTo>
                  <a:lnTo>
                    <a:pt x="2191" y="6310"/>
                  </a:lnTo>
                  <a:cubicBezTo>
                    <a:pt x="2120" y="6310"/>
                    <a:pt x="2036" y="6370"/>
                    <a:pt x="2024" y="6453"/>
                  </a:cubicBezTo>
                  <a:cubicBezTo>
                    <a:pt x="2012" y="6537"/>
                    <a:pt x="2084" y="6632"/>
                    <a:pt x="2191" y="6632"/>
                  </a:cubicBezTo>
                  <a:lnTo>
                    <a:pt x="10478" y="6632"/>
                  </a:lnTo>
                  <a:lnTo>
                    <a:pt x="10478" y="7703"/>
                  </a:lnTo>
                  <a:cubicBezTo>
                    <a:pt x="10478" y="7727"/>
                    <a:pt x="10454" y="7763"/>
                    <a:pt x="10418" y="7763"/>
                  </a:cubicBezTo>
                  <a:lnTo>
                    <a:pt x="9025" y="7763"/>
                  </a:lnTo>
                  <a:cubicBezTo>
                    <a:pt x="9001" y="7763"/>
                    <a:pt x="8989" y="7763"/>
                    <a:pt x="8978" y="7775"/>
                  </a:cubicBezTo>
                  <a:cubicBezTo>
                    <a:pt x="8847" y="7906"/>
                    <a:pt x="8930" y="8073"/>
                    <a:pt x="9061" y="8073"/>
                  </a:cubicBezTo>
                  <a:lnTo>
                    <a:pt x="10609" y="8073"/>
                  </a:lnTo>
                  <a:cubicBezTo>
                    <a:pt x="10704" y="8073"/>
                    <a:pt x="10775" y="8001"/>
                    <a:pt x="10775" y="7906"/>
                  </a:cubicBezTo>
                  <a:lnTo>
                    <a:pt x="10775" y="953"/>
                  </a:lnTo>
                  <a:cubicBezTo>
                    <a:pt x="10775" y="417"/>
                    <a:pt x="10359" y="0"/>
                    <a:pt x="9835" y="0"/>
                  </a:cubicBezTo>
                  <a:lnTo>
                    <a:pt x="4108" y="0"/>
                  </a:lnTo>
                  <a:cubicBezTo>
                    <a:pt x="4036" y="0"/>
                    <a:pt x="3965" y="60"/>
                    <a:pt x="3941" y="143"/>
                  </a:cubicBezTo>
                  <a:cubicBezTo>
                    <a:pt x="3929" y="226"/>
                    <a:pt x="4001" y="322"/>
                    <a:pt x="4108" y="322"/>
                  </a:cubicBezTo>
                  <a:lnTo>
                    <a:pt x="9835" y="322"/>
                  </a:lnTo>
                  <a:cubicBezTo>
                    <a:pt x="10180" y="322"/>
                    <a:pt x="10454" y="595"/>
                    <a:pt x="10454" y="929"/>
                  </a:cubicBezTo>
                  <a:lnTo>
                    <a:pt x="10454" y="6287"/>
                  </a:lnTo>
                  <a:lnTo>
                    <a:pt x="3013" y="6287"/>
                  </a:lnTo>
                  <a:lnTo>
                    <a:pt x="3013" y="322"/>
                  </a:lnTo>
                  <a:lnTo>
                    <a:pt x="3453" y="322"/>
                  </a:lnTo>
                  <a:cubicBezTo>
                    <a:pt x="3524" y="322"/>
                    <a:pt x="3608" y="274"/>
                    <a:pt x="3620" y="203"/>
                  </a:cubicBezTo>
                  <a:cubicBezTo>
                    <a:pt x="3632" y="95"/>
                    <a:pt x="3560" y="0"/>
                    <a:pt x="3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5"/>
            <p:cNvSpPr/>
            <p:nvPr/>
          </p:nvSpPr>
          <p:spPr>
            <a:xfrm>
              <a:off x="3257538" y="336607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94" y="334"/>
                  </a:moveTo>
                  <a:cubicBezTo>
                    <a:pt x="441" y="334"/>
                    <a:pt x="465" y="358"/>
                    <a:pt x="465" y="406"/>
                  </a:cubicBezTo>
                  <a:cubicBezTo>
                    <a:pt x="465" y="453"/>
                    <a:pt x="417" y="477"/>
                    <a:pt x="394" y="477"/>
                  </a:cubicBezTo>
                  <a:cubicBezTo>
                    <a:pt x="346" y="477"/>
                    <a:pt x="322" y="453"/>
                    <a:pt x="322" y="406"/>
                  </a:cubicBezTo>
                  <a:cubicBezTo>
                    <a:pt x="322" y="358"/>
                    <a:pt x="346" y="334"/>
                    <a:pt x="394" y="334"/>
                  </a:cubicBezTo>
                  <a:close/>
                  <a:moveTo>
                    <a:pt x="394" y="1"/>
                  </a:moveTo>
                  <a:cubicBezTo>
                    <a:pt x="167" y="1"/>
                    <a:pt x="1" y="179"/>
                    <a:pt x="1" y="394"/>
                  </a:cubicBezTo>
                  <a:cubicBezTo>
                    <a:pt x="1" y="608"/>
                    <a:pt x="179" y="775"/>
                    <a:pt x="394" y="775"/>
                  </a:cubicBezTo>
                  <a:cubicBezTo>
                    <a:pt x="620" y="775"/>
                    <a:pt x="775" y="596"/>
                    <a:pt x="775" y="394"/>
                  </a:cubicBezTo>
                  <a:cubicBezTo>
                    <a:pt x="775" y="179"/>
                    <a:pt x="596" y="1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5"/>
            <p:cNvSpPr/>
            <p:nvPr/>
          </p:nvSpPr>
          <p:spPr>
            <a:xfrm>
              <a:off x="3158138" y="3246425"/>
              <a:ext cx="8050" cy="8975"/>
            </a:xfrm>
            <a:custGeom>
              <a:avLst/>
              <a:gdLst/>
              <a:ahLst/>
              <a:cxnLst/>
              <a:rect l="l" t="t" r="r" b="b"/>
              <a:pathLst>
                <a:path w="322" h="359" extrusionOk="0">
                  <a:moveTo>
                    <a:pt x="143" y="1"/>
                  </a:moveTo>
                  <a:cubicBezTo>
                    <a:pt x="72" y="24"/>
                    <a:pt x="0" y="96"/>
                    <a:pt x="0" y="179"/>
                  </a:cubicBezTo>
                  <a:lnTo>
                    <a:pt x="0" y="191"/>
                  </a:lnTo>
                  <a:cubicBezTo>
                    <a:pt x="0" y="262"/>
                    <a:pt x="60" y="334"/>
                    <a:pt x="143" y="358"/>
                  </a:cubicBezTo>
                  <a:cubicBezTo>
                    <a:pt x="149" y="359"/>
                    <a:pt x="155" y="359"/>
                    <a:pt x="161" y="359"/>
                  </a:cubicBezTo>
                  <a:cubicBezTo>
                    <a:pt x="240" y="359"/>
                    <a:pt x="322" y="290"/>
                    <a:pt x="322" y="191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5"/>
            <p:cNvSpPr/>
            <p:nvPr/>
          </p:nvSpPr>
          <p:spPr>
            <a:xfrm>
              <a:off x="3170938" y="3246425"/>
              <a:ext cx="7750" cy="8975"/>
            </a:xfrm>
            <a:custGeom>
              <a:avLst/>
              <a:gdLst/>
              <a:ahLst/>
              <a:cxnLst/>
              <a:rect l="l" t="t" r="r" b="b"/>
              <a:pathLst>
                <a:path w="310" h="359" extrusionOk="0">
                  <a:moveTo>
                    <a:pt x="131" y="1"/>
                  </a:moveTo>
                  <a:cubicBezTo>
                    <a:pt x="60" y="24"/>
                    <a:pt x="0" y="96"/>
                    <a:pt x="0" y="179"/>
                  </a:cubicBezTo>
                  <a:lnTo>
                    <a:pt x="0" y="191"/>
                  </a:lnTo>
                  <a:cubicBezTo>
                    <a:pt x="0" y="262"/>
                    <a:pt x="60" y="334"/>
                    <a:pt x="131" y="358"/>
                  </a:cubicBezTo>
                  <a:cubicBezTo>
                    <a:pt x="138" y="359"/>
                    <a:pt x="145" y="359"/>
                    <a:pt x="152" y="359"/>
                  </a:cubicBezTo>
                  <a:cubicBezTo>
                    <a:pt x="238" y="359"/>
                    <a:pt x="310" y="290"/>
                    <a:pt x="310" y="191"/>
                  </a:cubicBezTo>
                  <a:lnTo>
                    <a:pt x="310" y="155"/>
                  </a:lnTo>
                  <a:cubicBezTo>
                    <a:pt x="310" y="72"/>
                    <a:pt x="238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5"/>
            <p:cNvSpPr/>
            <p:nvPr/>
          </p:nvSpPr>
          <p:spPr>
            <a:xfrm>
              <a:off x="3154863" y="3261900"/>
              <a:ext cx="27400" cy="7775"/>
            </a:xfrm>
            <a:custGeom>
              <a:avLst/>
              <a:gdLst/>
              <a:ahLst/>
              <a:cxnLst/>
              <a:rect l="l" t="t" r="r" b="b"/>
              <a:pathLst>
                <a:path w="1096" h="311" extrusionOk="0">
                  <a:moveTo>
                    <a:pt x="179" y="1"/>
                  </a:moveTo>
                  <a:cubicBezTo>
                    <a:pt x="107" y="1"/>
                    <a:pt x="36" y="60"/>
                    <a:pt x="24" y="132"/>
                  </a:cubicBezTo>
                  <a:cubicBezTo>
                    <a:pt x="0" y="227"/>
                    <a:pt x="83" y="310"/>
                    <a:pt x="179" y="310"/>
                  </a:cubicBezTo>
                  <a:lnTo>
                    <a:pt x="929" y="310"/>
                  </a:lnTo>
                  <a:cubicBezTo>
                    <a:pt x="1000" y="310"/>
                    <a:pt x="1072" y="251"/>
                    <a:pt x="1095" y="179"/>
                  </a:cubicBezTo>
                  <a:cubicBezTo>
                    <a:pt x="1095" y="96"/>
                    <a:pt x="101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3154863" y="3274100"/>
              <a:ext cx="27400" cy="8075"/>
            </a:xfrm>
            <a:custGeom>
              <a:avLst/>
              <a:gdLst/>
              <a:ahLst/>
              <a:cxnLst/>
              <a:rect l="l" t="t" r="r" b="b"/>
              <a:pathLst>
                <a:path w="1096" h="323" extrusionOk="0">
                  <a:moveTo>
                    <a:pt x="179" y="1"/>
                  </a:moveTo>
                  <a:cubicBezTo>
                    <a:pt x="107" y="1"/>
                    <a:pt x="36" y="60"/>
                    <a:pt x="24" y="144"/>
                  </a:cubicBezTo>
                  <a:cubicBezTo>
                    <a:pt x="0" y="227"/>
                    <a:pt x="83" y="322"/>
                    <a:pt x="179" y="322"/>
                  </a:cubicBezTo>
                  <a:lnTo>
                    <a:pt x="929" y="322"/>
                  </a:lnTo>
                  <a:cubicBezTo>
                    <a:pt x="1000" y="322"/>
                    <a:pt x="1072" y="263"/>
                    <a:pt x="1095" y="179"/>
                  </a:cubicBezTo>
                  <a:cubicBezTo>
                    <a:pt x="1095" y="84"/>
                    <a:pt x="101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3154863" y="3285725"/>
              <a:ext cx="27400" cy="7750"/>
            </a:xfrm>
            <a:custGeom>
              <a:avLst/>
              <a:gdLst/>
              <a:ahLst/>
              <a:cxnLst/>
              <a:rect l="l" t="t" r="r" b="b"/>
              <a:pathLst>
                <a:path w="1096" h="310" extrusionOk="0">
                  <a:moveTo>
                    <a:pt x="179" y="0"/>
                  </a:moveTo>
                  <a:cubicBezTo>
                    <a:pt x="107" y="0"/>
                    <a:pt x="36" y="60"/>
                    <a:pt x="24" y="131"/>
                  </a:cubicBezTo>
                  <a:cubicBezTo>
                    <a:pt x="0" y="226"/>
                    <a:pt x="83" y="310"/>
                    <a:pt x="179" y="310"/>
                  </a:cubicBezTo>
                  <a:lnTo>
                    <a:pt x="929" y="310"/>
                  </a:lnTo>
                  <a:cubicBezTo>
                    <a:pt x="1000" y="310"/>
                    <a:pt x="1072" y="250"/>
                    <a:pt x="1095" y="179"/>
                  </a:cubicBezTo>
                  <a:cubicBezTo>
                    <a:pt x="1095" y="72"/>
                    <a:pt x="1012" y="0"/>
                    <a:pt x="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3238188" y="3235850"/>
              <a:ext cx="23850" cy="33375"/>
            </a:xfrm>
            <a:custGeom>
              <a:avLst/>
              <a:gdLst/>
              <a:ahLst/>
              <a:cxnLst/>
              <a:rect l="l" t="t" r="r" b="b"/>
              <a:pathLst>
                <a:path w="954" h="1335" extrusionOk="0">
                  <a:moveTo>
                    <a:pt x="475" y="277"/>
                  </a:moveTo>
                  <a:cubicBezTo>
                    <a:pt x="558" y="277"/>
                    <a:pt x="632" y="351"/>
                    <a:pt x="632" y="435"/>
                  </a:cubicBezTo>
                  <a:lnTo>
                    <a:pt x="632" y="864"/>
                  </a:lnTo>
                  <a:cubicBezTo>
                    <a:pt x="632" y="957"/>
                    <a:pt x="560" y="1023"/>
                    <a:pt x="478" y="1023"/>
                  </a:cubicBezTo>
                  <a:cubicBezTo>
                    <a:pt x="466" y="1023"/>
                    <a:pt x="454" y="1022"/>
                    <a:pt x="441" y="1019"/>
                  </a:cubicBezTo>
                  <a:cubicBezTo>
                    <a:pt x="358" y="995"/>
                    <a:pt x="322" y="924"/>
                    <a:pt x="322" y="852"/>
                  </a:cubicBezTo>
                  <a:lnTo>
                    <a:pt x="322" y="447"/>
                  </a:lnTo>
                  <a:cubicBezTo>
                    <a:pt x="322" y="376"/>
                    <a:pt x="358" y="304"/>
                    <a:pt x="441" y="281"/>
                  </a:cubicBezTo>
                  <a:cubicBezTo>
                    <a:pt x="453" y="278"/>
                    <a:pt x="464" y="277"/>
                    <a:pt x="475" y="277"/>
                  </a:cubicBezTo>
                  <a:close/>
                  <a:moveTo>
                    <a:pt x="485" y="0"/>
                  </a:moveTo>
                  <a:cubicBezTo>
                    <a:pt x="459" y="0"/>
                    <a:pt x="433" y="2"/>
                    <a:pt x="406" y="7"/>
                  </a:cubicBezTo>
                  <a:cubicBezTo>
                    <a:pt x="168" y="19"/>
                    <a:pt x="1" y="221"/>
                    <a:pt x="1" y="459"/>
                  </a:cubicBezTo>
                  <a:lnTo>
                    <a:pt x="1" y="852"/>
                  </a:lnTo>
                  <a:cubicBezTo>
                    <a:pt x="1" y="1090"/>
                    <a:pt x="168" y="1293"/>
                    <a:pt x="406" y="1328"/>
                  </a:cubicBezTo>
                  <a:cubicBezTo>
                    <a:pt x="432" y="1333"/>
                    <a:pt x="459" y="1335"/>
                    <a:pt x="485" y="1335"/>
                  </a:cubicBezTo>
                  <a:cubicBezTo>
                    <a:pt x="746" y="1335"/>
                    <a:pt x="953" y="1124"/>
                    <a:pt x="953" y="864"/>
                  </a:cubicBezTo>
                  <a:lnTo>
                    <a:pt x="953" y="459"/>
                  </a:lnTo>
                  <a:cubicBezTo>
                    <a:pt x="953" y="210"/>
                    <a:pt x="746" y="0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5"/>
            <p:cNvSpPr/>
            <p:nvPr/>
          </p:nvSpPr>
          <p:spPr>
            <a:xfrm>
              <a:off x="3300713" y="3235850"/>
              <a:ext cx="23825" cy="33375"/>
            </a:xfrm>
            <a:custGeom>
              <a:avLst/>
              <a:gdLst/>
              <a:ahLst/>
              <a:cxnLst/>
              <a:rect l="l" t="t" r="r" b="b"/>
              <a:pathLst>
                <a:path w="953" h="1335" extrusionOk="0">
                  <a:moveTo>
                    <a:pt x="474" y="277"/>
                  </a:moveTo>
                  <a:cubicBezTo>
                    <a:pt x="557" y="277"/>
                    <a:pt x="631" y="351"/>
                    <a:pt x="631" y="435"/>
                  </a:cubicBezTo>
                  <a:lnTo>
                    <a:pt x="631" y="864"/>
                  </a:lnTo>
                  <a:cubicBezTo>
                    <a:pt x="631" y="957"/>
                    <a:pt x="559" y="1023"/>
                    <a:pt x="478" y="1023"/>
                  </a:cubicBezTo>
                  <a:cubicBezTo>
                    <a:pt x="466" y="1023"/>
                    <a:pt x="453" y="1022"/>
                    <a:pt x="441" y="1019"/>
                  </a:cubicBezTo>
                  <a:cubicBezTo>
                    <a:pt x="357" y="995"/>
                    <a:pt x="322" y="924"/>
                    <a:pt x="322" y="852"/>
                  </a:cubicBezTo>
                  <a:lnTo>
                    <a:pt x="322" y="447"/>
                  </a:lnTo>
                  <a:cubicBezTo>
                    <a:pt x="322" y="376"/>
                    <a:pt x="357" y="304"/>
                    <a:pt x="441" y="281"/>
                  </a:cubicBezTo>
                  <a:cubicBezTo>
                    <a:pt x="452" y="278"/>
                    <a:pt x="463" y="277"/>
                    <a:pt x="474" y="277"/>
                  </a:cubicBezTo>
                  <a:close/>
                  <a:moveTo>
                    <a:pt x="484" y="0"/>
                  </a:moveTo>
                  <a:cubicBezTo>
                    <a:pt x="458" y="0"/>
                    <a:pt x="432" y="2"/>
                    <a:pt x="405" y="7"/>
                  </a:cubicBezTo>
                  <a:cubicBezTo>
                    <a:pt x="167" y="19"/>
                    <a:pt x="0" y="221"/>
                    <a:pt x="0" y="459"/>
                  </a:cubicBezTo>
                  <a:lnTo>
                    <a:pt x="0" y="852"/>
                  </a:lnTo>
                  <a:cubicBezTo>
                    <a:pt x="0" y="1090"/>
                    <a:pt x="167" y="1293"/>
                    <a:pt x="405" y="1328"/>
                  </a:cubicBezTo>
                  <a:cubicBezTo>
                    <a:pt x="432" y="1333"/>
                    <a:pt x="458" y="1335"/>
                    <a:pt x="484" y="1335"/>
                  </a:cubicBezTo>
                  <a:cubicBezTo>
                    <a:pt x="746" y="1335"/>
                    <a:pt x="953" y="1124"/>
                    <a:pt x="953" y="864"/>
                  </a:cubicBezTo>
                  <a:lnTo>
                    <a:pt x="953" y="459"/>
                  </a:lnTo>
                  <a:cubicBezTo>
                    <a:pt x="953" y="210"/>
                    <a:pt x="74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5"/>
            <p:cNvSpPr/>
            <p:nvPr/>
          </p:nvSpPr>
          <p:spPr>
            <a:xfrm>
              <a:off x="3269738" y="3235125"/>
              <a:ext cx="8075" cy="33675"/>
            </a:xfrm>
            <a:custGeom>
              <a:avLst/>
              <a:gdLst/>
              <a:ahLst/>
              <a:cxnLst/>
              <a:rect l="l" t="t" r="r" b="b"/>
              <a:pathLst>
                <a:path w="323" h="1347" extrusionOk="0">
                  <a:moveTo>
                    <a:pt x="144" y="0"/>
                  </a:moveTo>
                  <a:cubicBezTo>
                    <a:pt x="49" y="12"/>
                    <a:pt x="1" y="95"/>
                    <a:pt x="1" y="179"/>
                  </a:cubicBezTo>
                  <a:lnTo>
                    <a:pt x="1" y="1179"/>
                  </a:lnTo>
                  <a:cubicBezTo>
                    <a:pt x="1" y="1250"/>
                    <a:pt x="60" y="1322"/>
                    <a:pt x="144" y="1345"/>
                  </a:cubicBezTo>
                  <a:cubicBezTo>
                    <a:pt x="150" y="1346"/>
                    <a:pt x="156" y="1347"/>
                    <a:pt x="162" y="1347"/>
                  </a:cubicBezTo>
                  <a:cubicBezTo>
                    <a:pt x="241" y="1347"/>
                    <a:pt x="322" y="1278"/>
                    <a:pt x="322" y="1179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5"/>
            <p:cNvSpPr/>
            <p:nvPr/>
          </p:nvSpPr>
          <p:spPr>
            <a:xfrm>
              <a:off x="3285238" y="3235125"/>
              <a:ext cx="7750" cy="33675"/>
            </a:xfrm>
            <a:custGeom>
              <a:avLst/>
              <a:gdLst/>
              <a:ahLst/>
              <a:cxnLst/>
              <a:rect l="l" t="t" r="r" b="b"/>
              <a:pathLst>
                <a:path w="310" h="1347" extrusionOk="0">
                  <a:moveTo>
                    <a:pt x="131" y="0"/>
                  </a:moveTo>
                  <a:cubicBezTo>
                    <a:pt x="48" y="12"/>
                    <a:pt x="0" y="95"/>
                    <a:pt x="0" y="179"/>
                  </a:cubicBezTo>
                  <a:lnTo>
                    <a:pt x="0" y="1179"/>
                  </a:lnTo>
                  <a:cubicBezTo>
                    <a:pt x="0" y="1250"/>
                    <a:pt x="60" y="1322"/>
                    <a:pt x="131" y="1345"/>
                  </a:cubicBezTo>
                  <a:cubicBezTo>
                    <a:pt x="138" y="1346"/>
                    <a:pt x="145" y="1347"/>
                    <a:pt x="152" y="1347"/>
                  </a:cubicBezTo>
                  <a:cubicBezTo>
                    <a:pt x="238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5"/>
            <p:cNvSpPr/>
            <p:nvPr/>
          </p:nvSpPr>
          <p:spPr>
            <a:xfrm>
              <a:off x="3332563" y="3235125"/>
              <a:ext cx="7750" cy="33675"/>
            </a:xfrm>
            <a:custGeom>
              <a:avLst/>
              <a:gdLst/>
              <a:ahLst/>
              <a:cxnLst/>
              <a:rect l="l" t="t" r="r" b="b"/>
              <a:pathLst>
                <a:path w="310" h="1347" extrusionOk="0">
                  <a:moveTo>
                    <a:pt x="131" y="0"/>
                  </a:moveTo>
                  <a:cubicBezTo>
                    <a:pt x="60" y="12"/>
                    <a:pt x="0" y="95"/>
                    <a:pt x="0" y="179"/>
                  </a:cubicBezTo>
                  <a:lnTo>
                    <a:pt x="0" y="1179"/>
                  </a:lnTo>
                  <a:cubicBezTo>
                    <a:pt x="0" y="1250"/>
                    <a:pt x="60" y="1322"/>
                    <a:pt x="131" y="1345"/>
                  </a:cubicBezTo>
                  <a:cubicBezTo>
                    <a:pt x="137" y="1346"/>
                    <a:pt x="143" y="1347"/>
                    <a:pt x="149" y="1347"/>
                  </a:cubicBezTo>
                  <a:cubicBezTo>
                    <a:pt x="228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5"/>
            <p:cNvSpPr/>
            <p:nvPr/>
          </p:nvSpPr>
          <p:spPr>
            <a:xfrm>
              <a:off x="3348038" y="3235125"/>
              <a:ext cx="7750" cy="33675"/>
            </a:xfrm>
            <a:custGeom>
              <a:avLst/>
              <a:gdLst/>
              <a:ahLst/>
              <a:cxnLst/>
              <a:rect l="l" t="t" r="r" b="b"/>
              <a:pathLst>
                <a:path w="310" h="1347" extrusionOk="0">
                  <a:moveTo>
                    <a:pt x="131" y="0"/>
                  </a:moveTo>
                  <a:cubicBezTo>
                    <a:pt x="60" y="12"/>
                    <a:pt x="0" y="95"/>
                    <a:pt x="0" y="179"/>
                  </a:cubicBezTo>
                  <a:lnTo>
                    <a:pt x="0" y="1179"/>
                  </a:lnTo>
                  <a:cubicBezTo>
                    <a:pt x="0" y="1250"/>
                    <a:pt x="60" y="1322"/>
                    <a:pt x="131" y="1345"/>
                  </a:cubicBezTo>
                  <a:cubicBezTo>
                    <a:pt x="138" y="1346"/>
                    <a:pt x="145" y="1347"/>
                    <a:pt x="152" y="1347"/>
                  </a:cubicBezTo>
                  <a:cubicBezTo>
                    <a:pt x="238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5"/>
            <p:cNvSpPr/>
            <p:nvPr/>
          </p:nvSpPr>
          <p:spPr>
            <a:xfrm>
              <a:off x="3333138" y="3272525"/>
              <a:ext cx="23850" cy="33550"/>
            </a:xfrm>
            <a:custGeom>
              <a:avLst/>
              <a:gdLst/>
              <a:ahLst/>
              <a:cxnLst/>
              <a:rect l="l" t="t" r="r" b="b"/>
              <a:pathLst>
                <a:path w="954" h="1342" extrusionOk="0">
                  <a:moveTo>
                    <a:pt x="495" y="282"/>
                  </a:moveTo>
                  <a:cubicBezTo>
                    <a:pt x="575" y="282"/>
                    <a:pt x="644" y="364"/>
                    <a:pt x="644" y="445"/>
                  </a:cubicBezTo>
                  <a:lnTo>
                    <a:pt x="644" y="873"/>
                  </a:lnTo>
                  <a:cubicBezTo>
                    <a:pt x="644" y="962"/>
                    <a:pt x="579" y="1026"/>
                    <a:pt x="503" y="1026"/>
                  </a:cubicBezTo>
                  <a:cubicBezTo>
                    <a:pt x="487" y="1026"/>
                    <a:pt x="470" y="1023"/>
                    <a:pt x="453" y="1016"/>
                  </a:cubicBezTo>
                  <a:cubicBezTo>
                    <a:pt x="370" y="1004"/>
                    <a:pt x="334" y="933"/>
                    <a:pt x="334" y="861"/>
                  </a:cubicBezTo>
                  <a:lnTo>
                    <a:pt x="334" y="457"/>
                  </a:lnTo>
                  <a:cubicBezTo>
                    <a:pt x="334" y="385"/>
                    <a:pt x="370" y="302"/>
                    <a:pt x="453" y="290"/>
                  </a:cubicBezTo>
                  <a:cubicBezTo>
                    <a:pt x="467" y="285"/>
                    <a:pt x="481" y="282"/>
                    <a:pt x="495" y="282"/>
                  </a:cubicBezTo>
                  <a:close/>
                  <a:moveTo>
                    <a:pt x="470" y="0"/>
                  </a:moveTo>
                  <a:cubicBezTo>
                    <a:pt x="449" y="0"/>
                    <a:pt x="428" y="2"/>
                    <a:pt x="406" y="4"/>
                  </a:cubicBezTo>
                  <a:cubicBezTo>
                    <a:pt x="180" y="28"/>
                    <a:pt x="1" y="230"/>
                    <a:pt x="1" y="469"/>
                  </a:cubicBezTo>
                  <a:lnTo>
                    <a:pt x="1" y="861"/>
                  </a:lnTo>
                  <a:cubicBezTo>
                    <a:pt x="1" y="1100"/>
                    <a:pt x="168" y="1302"/>
                    <a:pt x="406" y="1338"/>
                  </a:cubicBezTo>
                  <a:cubicBezTo>
                    <a:pt x="428" y="1340"/>
                    <a:pt x="449" y="1342"/>
                    <a:pt x="470" y="1342"/>
                  </a:cubicBezTo>
                  <a:cubicBezTo>
                    <a:pt x="739" y="1342"/>
                    <a:pt x="953" y="1138"/>
                    <a:pt x="953" y="873"/>
                  </a:cubicBezTo>
                  <a:lnTo>
                    <a:pt x="953" y="469"/>
                  </a:lnTo>
                  <a:cubicBezTo>
                    <a:pt x="953" y="204"/>
                    <a:pt x="739" y="0"/>
                    <a:pt x="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5"/>
            <p:cNvSpPr/>
            <p:nvPr/>
          </p:nvSpPr>
          <p:spPr>
            <a:xfrm>
              <a:off x="3270638" y="3272025"/>
              <a:ext cx="7775" cy="33475"/>
            </a:xfrm>
            <a:custGeom>
              <a:avLst/>
              <a:gdLst/>
              <a:ahLst/>
              <a:cxnLst/>
              <a:rect l="l" t="t" r="r" b="b"/>
              <a:pathLst>
                <a:path w="311" h="1339" extrusionOk="0">
                  <a:moveTo>
                    <a:pt x="132" y="0"/>
                  </a:moveTo>
                  <a:cubicBezTo>
                    <a:pt x="60" y="12"/>
                    <a:pt x="1" y="84"/>
                    <a:pt x="1" y="179"/>
                  </a:cubicBezTo>
                  <a:lnTo>
                    <a:pt x="1" y="1179"/>
                  </a:lnTo>
                  <a:cubicBezTo>
                    <a:pt x="1" y="1251"/>
                    <a:pt x="60" y="1322"/>
                    <a:pt x="132" y="1334"/>
                  </a:cubicBezTo>
                  <a:cubicBezTo>
                    <a:pt x="143" y="1337"/>
                    <a:pt x="154" y="1338"/>
                    <a:pt x="164" y="1338"/>
                  </a:cubicBezTo>
                  <a:cubicBezTo>
                    <a:pt x="245" y="1338"/>
                    <a:pt x="310" y="1263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5"/>
            <p:cNvSpPr/>
            <p:nvPr/>
          </p:nvSpPr>
          <p:spPr>
            <a:xfrm>
              <a:off x="3285813" y="3272025"/>
              <a:ext cx="8075" cy="33475"/>
            </a:xfrm>
            <a:custGeom>
              <a:avLst/>
              <a:gdLst/>
              <a:ahLst/>
              <a:cxnLst/>
              <a:rect l="l" t="t" r="r" b="b"/>
              <a:pathLst>
                <a:path w="323" h="1339" extrusionOk="0">
                  <a:moveTo>
                    <a:pt x="144" y="0"/>
                  </a:moveTo>
                  <a:cubicBezTo>
                    <a:pt x="60" y="12"/>
                    <a:pt x="1" y="84"/>
                    <a:pt x="1" y="179"/>
                  </a:cubicBezTo>
                  <a:lnTo>
                    <a:pt x="1" y="1179"/>
                  </a:lnTo>
                  <a:cubicBezTo>
                    <a:pt x="1" y="1251"/>
                    <a:pt x="60" y="1322"/>
                    <a:pt x="144" y="1334"/>
                  </a:cubicBezTo>
                  <a:cubicBezTo>
                    <a:pt x="153" y="1337"/>
                    <a:pt x="163" y="1338"/>
                    <a:pt x="173" y="1338"/>
                  </a:cubicBezTo>
                  <a:cubicBezTo>
                    <a:pt x="248" y="1338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5"/>
            <p:cNvSpPr/>
            <p:nvPr/>
          </p:nvSpPr>
          <p:spPr>
            <a:xfrm>
              <a:off x="3239388" y="3272025"/>
              <a:ext cx="7775" cy="33475"/>
            </a:xfrm>
            <a:custGeom>
              <a:avLst/>
              <a:gdLst/>
              <a:ahLst/>
              <a:cxnLst/>
              <a:rect l="l" t="t" r="r" b="b"/>
              <a:pathLst>
                <a:path w="311" h="1339" extrusionOk="0">
                  <a:moveTo>
                    <a:pt x="131" y="0"/>
                  </a:moveTo>
                  <a:cubicBezTo>
                    <a:pt x="60" y="12"/>
                    <a:pt x="0" y="84"/>
                    <a:pt x="0" y="179"/>
                  </a:cubicBezTo>
                  <a:lnTo>
                    <a:pt x="0" y="1179"/>
                  </a:lnTo>
                  <a:cubicBezTo>
                    <a:pt x="0" y="1251"/>
                    <a:pt x="60" y="1322"/>
                    <a:pt x="131" y="1334"/>
                  </a:cubicBezTo>
                  <a:cubicBezTo>
                    <a:pt x="143" y="1337"/>
                    <a:pt x="154" y="1338"/>
                    <a:pt x="164" y="1338"/>
                  </a:cubicBezTo>
                  <a:cubicBezTo>
                    <a:pt x="245" y="1338"/>
                    <a:pt x="310" y="1263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5"/>
            <p:cNvSpPr/>
            <p:nvPr/>
          </p:nvSpPr>
          <p:spPr>
            <a:xfrm>
              <a:off x="3254863" y="3272025"/>
              <a:ext cx="8075" cy="33475"/>
            </a:xfrm>
            <a:custGeom>
              <a:avLst/>
              <a:gdLst/>
              <a:ahLst/>
              <a:cxnLst/>
              <a:rect l="l" t="t" r="r" b="b"/>
              <a:pathLst>
                <a:path w="323" h="1339" extrusionOk="0">
                  <a:moveTo>
                    <a:pt x="143" y="0"/>
                  </a:moveTo>
                  <a:cubicBezTo>
                    <a:pt x="72" y="12"/>
                    <a:pt x="1" y="84"/>
                    <a:pt x="1" y="179"/>
                  </a:cubicBezTo>
                  <a:lnTo>
                    <a:pt x="1" y="1179"/>
                  </a:lnTo>
                  <a:cubicBezTo>
                    <a:pt x="1" y="1251"/>
                    <a:pt x="60" y="1322"/>
                    <a:pt x="143" y="1334"/>
                  </a:cubicBezTo>
                  <a:cubicBezTo>
                    <a:pt x="153" y="1337"/>
                    <a:pt x="163" y="1338"/>
                    <a:pt x="173" y="1338"/>
                  </a:cubicBezTo>
                  <a:cubicBezTo>
                    <a:pt x="248" y="1338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5"/>
            <p:cNvSpPr/>
            <p:nvPr/>
          </p:nvSpPr>
          <p:spPr>
            <a:xfrm>
              <a:off x="3317663" y="3272625"/>
              <a:ext cx="7775" cy="33675"/>
            </a:xfrm>
            <a:custGeom>
              <a:avLst/>
              <a:gdLst/>
              <a:ahLst/>
              <a:cxnLst/>
              <a:rect l="l" t="t" r="r" b="b"/>
              <a:pathLst>
                <a:path w="311" h="1347" extrusionOk="0">
                  <a:moveTo>
                    <a:pt x="132" y="0"/>
                  </a:moveTo>
                  <a:cubicBezTo>
                    <a:pt x="60" y="24"/>
                    <a:pt x="1" y="96"/>
                    <a:pt x="1" y="179"/>
                  </a:cubicBezTo>
                  <a:lnTo>
                    <a:pt x="1" y="1179"/>
                  </a:lnTo>
                  <a:cubicBezTo>
                    <a:pt x="1" y="1250"/>
                    <a:pt x="60" y="1334"/>
                    <a:pt x="132" y="1346"/>
                  </a:cubicBezTo>
                  <a:cubicBezTo>
                    <a:pt x="138" y="1347"/>
                    <a:pt x="144" y="1347"/>
                    <a:pt x="150" y="1347"/>
                  </a:cubicBezTo>
                  <a:cubicBezTo>
                    <a:pt x="229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84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3302188" y="3272625"/>
              <a:ext cx="8075" cy="33675"/>
            </a:xfrm>
            <a:custGeom>
              <a:avLst/>
              <a:gdLst/>
              <a:ahLst/>
              <a:cxnLst/>
              <a:rect l="l" t="t" r="r" b="b"/>
              <a:pathLst>
                <a:path w="323" h="1347" extrusionOk="0">
                  <a:moveTo>
                    <a:pt x="144" y="0"/>
                  </a:moveTo>
                  <a:cubicBezTo>
                    <a:pt x="60" y="24"/>
                    <a:pt x="1" y="96"/>
                    <a:pt x="1" y="179"/>
                  </a:cubicBezTo>
                  <a:lnTo>
                    <a:pt x="1" y="1179"/>
                  </a:lnTo>
                  <a:cubicBezTo>
                    <a:pt x="1" y="1250"/>
                    <a:pt x="60" y="1334"/>
                    <a:pt x="144" y="1346"/>
                  </a:cubicBezTo>
                  <a:cubicBezTo>
                    <a:pt x="150" y="1347"/>
                    <a:pt x="156" y="1347"/>
                    <a:pt x="162" y="1347"/>
                  </a:cubicBezTo>
                  <a:cubicBezTo>
                    <a:pt x="240" y="1347"/>
                    <a:pt x="322" y="1278"/>
                    <a:pt x="322" y="1179"/>
                  </a:cubicBezTo>
                  <a:lnTo>
                    <a:pt x="322" y="167"/>
                  </a:lnTo>
                  <a:cubicBezTo>
                    <a:pt x="322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3279263" y="3321725"/>
              <a:ext cx="7775" cy="9075"/>
            </a:xfrm>
            <a:custGeom>
              <a:avLst/>
              <a:gdLst/>
              <a:ahLst/>
              <a:cxnLst/>
              <a:rect l="l" t="t" r="r" b="b"/>
              <a:pathLst>
                <a:path w="311" h="363" extrusionOk="0">
                  <a:moveTo>
                    <a:pt x="132" y="1"/>
                  </a:moveTo>
                  <a:cubicBezTo>
                    <a:pt x="60" y="36"/>
                    <a:pt x="1" y="108"/>
                    <a:pt x="1" y="179"/>
                  </a:cubicBezTo>
                  <a:cubicBezTo>
                    <a:pt x="1" y="275"/>
                    <a:pt x="60" y="346"/>
                    <a:pt x="132" y="358"/>
                  </a:cubicBezTo>
                  <a:cubicBezTo>
                    <a:pt x="142" y="361"/>
                    <a:pt x="152" y="362"/>
                    <a:pt x="162" y="362"/>
                  </a:cubicBezTo>
                  <a:cubicBezTo>
                    <a:pt x="236" y="362"/>
                    <a:pt x="310" y="287"/>
                    <a:pt x="310" y="203"/>
                  </a:cubicBezTo>
                  <a:lnTo>
                    <a:pt x="310" y="167"/>
                  </a:lnTo>
                  <a:cubicBezTo>
                    <a:pt x="310" y="84"/>
                    <a:pt x="239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3293263" y="3321725"/>
              <a:ext cx="8050" cy="9075"/>
            </a:xfrm>
            <a:custGeom>
              <a:avLst/>
              <a:gdLst/>
              <a:ahLst/>
              <a:cxnLst/>
              <a:rect l="l" t="t" r="r" b="b"/>
              <a:pathLst>
                <a:path w="322" h="363" extrusionOk="0">
                  <a:moveTo>
                    <a:pt x="143" y="1"/>
                  </a:moveTo>
                  <a:cubicBezTo>
                    <a:pt x="60" y="36"/>
                    <a:pt x="1" y="108"/>
                    <a:pt x="1" y="179"/>
                  </a:cubicBezTo>
                  <a:cubicBezTo>
                    <a:pt x="1" y="275"/>
                    <a:pt x="60" y="346"/>
                    <a:pt x="143" y="358"/>
                  </a:cubicBezTo>
                  <a:cubicBezTo>
                    <a:pt x="153" y="361"/>
                    <a:pt x="163" y="362"/>
                    <a:pt x="173" y="362"/>
                  </a:cubicBezTo>
                  <a:cubicBezTo>
                    <a:pt x="248" y="362"/>
                    <a:pt x="322" y="287"/>
                    <a:pt x="322" y="203"/>
                  </a:cubicBezTo>
                  <a:lnTo>
                    <a:pt x="322" y="167"/>
                  </a:lnTo>
                  <a:cubicBezTo>
                    <a:pt x="322" y="84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3307563" y="3321725"/>
              <a:ext cx="7750" cy="9075"/>
            </a:xfrm>
            <a:custGeom>
              <a:avLst/>
              <a:gdLst/>
              <a:ahLst/>
              <a:cxnLst/>
              <a:rect l="l" t="t" r="r" b="b"/>
              <a:pathLst>
                <a:path w="310" h="363" extrusionOk="0">
                  <a:moveTo>
                    <a:pt x="131" y="1"/>
                  </a:moveTo>
                  <a:cubicBezTo>
                    <a:pt x="60" y="36"/>
                    <a:pt x="0" y="108"/>
                    <a:pt x="0" y="179"/>
                  </a:cubicBezTo>
                  <a:cubicBezTo>
                    <a:pt x="0" y="275"/>
                    <a:pt x="60" y="346"/>
                    <a:pt x="131" y="358"/>
                  </a:cubicBezTo>
                  <a:cubicBezTo>
                    <a:pt x="142" y="361"/>
                    <a:pt x="153" y="362"/>
                    <a:pt x="164" y="362"/>
                  </a:cubicBezTo>
                  <a:cubicBezTo>
                    <a:pt x="245" y="362"/>
                    <a:pt x="310" y="287"/>
                    <a:pt x="310" y="203"/>
                  </a:cubicBezTo>
                  <a:lnTo>
                    <a:pt x="310" y="167"/>
                  </a:lnTo>
                  <a:cubicBezTo>
                    <a:pt x="310" y="84"/>
                    <a:pt x="238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2" name="Google Shape;1432;p35"/>
          <p:cNvGrpSpPr/>
          <p:nvPr/>
        </p:nvGrpSpPr>
        <p:grpSpPr>
          <a:xfrm>
            <a:off x="3402366" y="1714131"/>
            <a:ext cx="397295" cy="341357"/>
            <a:chOff x="3626638" y="3196425"/>
            <a:chExt cx="270600" cy="232500"/>
          </a:xfrm>
        </p:grpSpPr>
        <p:sp>
          <p:nvSpPr>
            <p:cNvPr id="1433" name="Google Shape;1433;p35"/>
            <p:cNvSpPr/>
            <p:nvPr/>
          </p:nvSpPr>
          <p:spPr>
            <a:xfrm>
              <a:off x="3626638" y="3196425"/>
              <a:ext cx="270300" cy="232200"/>
            </a:xfrm>
            <a:custGeom>
              <a:avLst/>
              <a:gdLst/>
              <a:ahLst/>
              <a:cxnLst/>
              <a:rect l="l" t="t" r="r" b="b"/>
              <a:pathLst>
                <a:path w="10812" h="9288" extrusionOk="0">
                  <a:moveTo>
                    <a:pt x="2727" y="3441"/>
                  </a:moveTo>
                  <a:lnTo>
                    <a:pt x="3013" y="4584"/>
                  </a:lnTo>
                  <a:lnTo>
                    <a:pt x="2727" y="5275"/>
                  </a:lnTo>
                  <a:cubicBezTo>
                    <a:pt x="2715" y="5299"/>
                    <a:pt x="2703" y="5334"/>
                    <a:pt x="2703" y="5358"/>
                  </a:cubicBezTo>
                  <a:lnTo>
                    <a:pt x="2703" y="8989"/>
                  </a:lnTo>
                  <a:lnTo>
                    <a:pt x="2382" y="8989"/>
                  </a:lnTo>
                  <a:lnTo>
                    <a:pt x="2382" y="5358"/>
                  </a:lnTo>
                  <a:cubicBezTo>
                    <a:pt x="2382" y="5346"/>
                    <a:pt x="2382" y="5310"/>
                    <a:pt x="2370" y="5299"/>
                  </a:cubicBezTo>
                  <a:lnTo>
                    <a:pt x="2072" y="4596"/>
                  </a:lnTo>
                  <a:lnTo>
                    <a:pt x="2346" y="3441"/>
                  </a:lnTo>
                  <a:close/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9120"/>
                  </a:lnTo>
                  <a:cubicBezTo>
                    <a:pt x="1" y="9216"/>
                    <a:pt x="84" y="9287"/>
                    <a:pt x="167" y="9287"/>
                  </a:cubicBezTo>
                  <a:lnTo>
                    <a:pt x="3751" y="9287"/>
                  </a:lnTo>
                  <a:cubicBezTo>
                    <a:pt x="3775" y="9287"/>
                    <a:pt x="3799" y="9275"/>
                    <a:pt x="3811" y="9263"/>
                  </a:cubicBezTo>
                  <a:cubicBezTo>
                    <a:pt x="3930" y="9120"/>
                    <a:pt x="3846" y="8966"/>
                    <a:pt x="3715" y="8966"/>
                  </a:cubicBezTo>
                  <a:lnTo>
                    <a:pt x="2965" y="8966"/>
                  </a:lnTo>
                  <a:lnTo>
                    <a:pt x="2965" y="5370"/>
                  </a:lnTo>
                  <a:lnTo>
                    <a:pt x="3275" y="4644"/>
                  </a:lnTo>
                  <a:cubicBezTo>
                    <a:pt x="3299" y="4620"/>
                    <a:pt x="3299" y="4584"/>
                    <a:pt x="3299" y="4537"/>
                  </a:cubicBezTo>
                  <a:lnTo>
                    <a:pt x="2977" y="3215"/>
                  </a:lnTo>
                  <a:cubicBezTo>
                    <a:pt x="2965" y="3144"/>
                    <a:pt x="2906" y="3096"/>
                    <a:pt x="2834" y="3096"/>
                  </a:cubicBezTo>
                  <a:lnTo>
                    <a:pt x="2191" y="3096"/>
                  </a:lnTo>
                  <a:cubicBezTo>
                    <a:pt x="2120" y="3096"/>
                    <a:pt x="2060" y="3144"/>
                    <a:pt x="2048" y="3215"/>
                  </a:cubicBezTo>
                  <a:lnTo>
                    <a:pt x="1727" y="4537"/>
                  </a:lnTo>
                  <a:cubicBezTo>
                    <a:pt x="1715" y="4572"/>
                    <a:pt x="1727" y="4596"/>
                    <a:pt x="1751" y="4644"/>
                  </a:cubicBezTo>
                  <a:lnTo>
                    <a:pt x="2048" y="5370"/>
                  </a:lnTo>
                  <a:lnTo>
                    <a:pt x="2048" y="8978"/>
                  </a:lnTo>
                  <a:lnTo>
                    <a:pt x="382" y="8978"/>
                  </a:lnTo>
                  <a:cubicBezTo>
                    <a:pt x="358" y="8978"/>
                    <a:pt x="346" y="8966"/>
                    <a:pt x="346" y="8942"/>
                  </a:cubicBezTo>
                  <a:lnTo>
                    <a:pt x="346" y="1893"/>
                  </a:lnTo>
                  <a:lnTo>
                    <a:pt x="10478" y="1893"/>
                  </a:lnTo>
                  <a:lnTo>
                    <a:pt x="10478" y="2632"/>
                  </a:lnTo>
                  <a:cubicBezTo>
                    <a:pt x="10478" y="2655"/>
                    <a:pt x="10478" y="2667"/>
                    <a:pt x="10502" y="2667"/>
                  </a:cubicBezTo>
                  <a:cubicBezTo>
                    <a:pt x="10548" y="2713"/>
                    <a:pt x="10598" y="2733"/>
                    <a:pt x="10644" y="2733"/>
                  </a:cubicBezTo>
                  <a:cubicBezTo>
                    <a:pt x="10729" y="2733"/>
                    <a:pt x="10799" y="2665"/>
                    <a:pt x="10799" y="2572"/>
                  </a:cubicBezTo>
                  <a:lnTo>
                    <a:pt x="10799" y="179"/>
                  </a:lnTo>
                  <a:cubicBezTo>
                    <a:pt x="10811" y="96"/>
                    <a:pt x="10740" y="12"/>
                    <a:pt x="10633" y="12"/>
                  </a:cubicBezTo>
                  <a:lnTo>
                    <a:pt x="3430" y="12"/>
                  </a:lnTo>
                  <a:cubicBezTo>
                    <a:pt x="3418" y="12"/>
                    <a:pt x="3394" y="12"/>
                    <a:pt x="3394" y="36"/>
                  </a:cubicBezTo>
                  <a:cubicBezTo>
                    <a:pt x="3263" y="167"/>
                    <a:pt x="3358" y="334"/>
                    <a:pt x="3489" y="334"/>
                  </a:cubicBezTo>
                  <a:lnTo>
                    <a:pt x="10216" y="334"/>
                  </a:lnTo>
                  <a:cubicBezTo>
                    <a:pt x="10359" y="334"/>
                    <a:pt x="10466" y="453"/>
                    <a:pt x="10466" y="584"/>
                  </a:cubicBezTo>
                  <a:lnTo>
                    <a:pt x="10466" y="1584"/>
                  </a:lnTo>
                  <a:lnTo>
                    <a:pt x="334" y="1584"/>
                  </a:lnTo>
                  <a:lnTo>
                    <a:pt x="334" y="393"/>
                  </a:lnTo>
                  <a:cubicBezTo>
                    <a:pt x="334" y="346"/>
                    <a:pt x="358" y="310"/>
                    <a:pt x="405" y="310"/>
                  </a:cubicBezTo>
                  <a:lnTo>
                    <a:pt x="2882" y="310"/>
                  </a:lnTo>
                  <a:cubicBezTo>
                    <a:pt x="2894" y="310"/>
                    <a:pt x="2906" y="310"/>
                    <a:pt x="2906" y="298"/>
                  </a:cubicBezTo>
                  <a:cubicBezTo>
                    <a:pt x="3037" y="167"/>
                    <a:pt x="2953" y="0"/>
                    <a:pt x="2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5"/>
            <p:cNvSpPr/>
            <p:nvPr/>
          </p:nvSpPr>
          <p:spPr>
            <a:xfrm>
              <a:off x="3732913" y="3273475"/>
              <a:ext cx="164325" cy="155450"/>
            </a:xfrm>
            <a:custGeom>
              <a:avLst/>
              <a:gdLst/>
              <a:ahLst/>
              <a:cxnLst/>
              <a:rect l="l" t="t" r="r" b="b"/>
              <a:pathLst>
                <a:path w="6573" h="6218" extrusionOk="0">
                  <a:moveTo>
                    <a:pt x="3441" y="1312"/>
                  </a:moveTo>
                  <a:cubicBezTo>
                    <a:pt x="4036" y="1669"/>
                    <a:pt x="4393" y="2288"/>
                    <a:pt x="4393" y="2990"/>
                  </a:cubicBezTo>
                  <a:cubicBezTo>
                    <a:pt x="4393" y="3800"/>
                    <a:pt x="3905" y="4514"/>
                    <a:pt x="3143" y="4824"/>
                  </a:cubicBezTo>
                  <a:cubicBezTo>
                    <a:pt x="3060" y="4836"/>
                    <a:pt x="3012" y="4895"/>
                    <a:pt x="3012" y="4955"/>
                  </a:cubicBezTo>
                  <a:lnTo>
                    <a:pt x="3012" y="5907"/>
                  </a:lnTo>
                  <a:lnTo>
                    <a:pt x="2536" y="5907"/>
                  </a:lnTo>
                  <a:lnTo>
                    <a:pt x="2536" y="4360"/>
                  </a:lnTo>
                  <a:cubicBezTo>
                    <a:pt x="2536" y="4288"/>
                    <a:pt x="2477" y="4217"/>
                    <a:pt x="2405" y="4193"/>
                  </a:cubicBezTo>
                  <a:cubicBezTo>
                    <a:pt x="2399" y="4192"/>
                    <a:pt x="2393" y="4192"/>
                    <a:pt x="2387" y="4192"/>
                  </a:cubicBezTo>
                  <a:cubicBezTo>
                    <a:pt x="2308" y="4192"/>
                    <a:pt x="2227" y="4260"/>
                    <a:pt x="2227" y="4360"/>
                  </a:cubicBezTo>
                  <a:lnTo>
                    <a:pt x="2227" y="5919"/>
                  </a:lnTo>
                  <a:lnTo>
                    <a:pt x="1750" y="5919"/>
                  </a:lnTo>
                  <a:lnTo>
                    <a:pt x="1750" y="4967"/>
                  </a:lnTo>
                  <a:cubicBezTo>
                    <a:pt x="1750" y="4907"/>
                    <a:pt x="1703" y="4848"/>
                    <a:pt x="1643" y="4824"/>
                  </a:cubicBezTo>
                  <a:cubicBezTo>
                    <a:pt x="881" y="4526"/>
                    <a:pt x="393" y="3800"/>
                    <a:pt x="393" y="2990"/>
                  </a:cubicBezTo>
                  <a:cubicBezTo>
                    <a:pt x="393" y="2312"/>
                    <a:pt x="750" y="1681"/>
                    <a:pt x="1345" y="1312"/>
                  </a:cubicBezTo>
                  <a:lnTo>
                    <a:pt x="1345" y="2681"/>
                  </a:lnTo>
                  <a:cubicBezTo>
                    <a:pt x="1345" y="2764"/>
                    <a:pt x="1417" y="2848"/>
                    <a:pt x="1512" y="2848"/>
                  </a:cubicBezTo>
                  <a:lnTo>
                    <a:pt x="3286" y="2848"/>
                  </a:lnTo>
                  <a:cubicBezTo>
                    <a:pt x="3370" y="2848"/>
                    <a:pt x="3441" y="2764"/>
                    <a:pt x="3441" y="2681"/>
                  </a:cubicBezTo>
                  <a:lnTo>
                    <a:pt x="3441" y="1312"/>
                  </a:lnTo>
                  <a:close/>
                  <a:moveTo>
                    <a:pt x="6400" y="1"/>
                  </a:moveTo>
                  <a:cubicBezTo>
                    <a:pt x="6394" y="1"/>
                    <a:pt x="6388" y="1"/>
                    <a:pt x="6382" y="2"/>
                  </a:cubicBezTo>
                  <a:cubicBezTo>
                    <a:pt x="6310" y="14"/>
                    <a:pt x="6251" y="73"/>
                    <a:pt x="6251" y="169"/>
                  </a:cubicBezTo>
                  <a:lnTo>
                    <a:pt x="6251" y="5884"/>
                  </a:lnTo>
                  <a:cubicBezTo>
                    <a:pt x="6251" y="5896"/>
                    <a:pt x="6227" y="5907"/>
                    <a:pt x="6215" y="5907"/>
                  </a:cubicBezTo>
                  <a:lnTo>
                    <a:pt x="3346" y="5907"/>
                  </a:lnTo>
                  <a:lnTo>
                    <a:pt x="3346" y="5062"/>
                  </a:lnTo>
                  <a:cubicBezTo>
                    <a:pt x="4132" y="4693"/>
                    <a:pt x="4643" y="3883"/>
                    <a:pt x="4643" y="2979"/>
                  </a:cubicBezTo>
                  <a:cubicBezTo>
                    <a:pt x="4643" y="2574"/>
                    <a:pt x="4536" y="2193"/>
                    <a:pt x="4346" y="1836"/>
                  </a:cubicBezTo>
                  <a:cubicBezTo>
                    <a:pt x="4143" y="1502"/>
                    <a:pt x="3881" y="1216"/>
                    <a:pt x="3572" y="1014"/>
                  </a:cubicBezTo>
                  <a:cubicBezTo>
                    <a:pt x="3525" y="986"/>
                    <a:pt x="3470" y="971"/>
                    <a:pt x="3415" y="971"/>
                  </a:cubicBezTo>
                  <a:cubicBezTo>
                    <a:pt x="3330" y="971"/>
                    <a:pt x="3244" y="1006"/>
                    <a:pt x="3179" y="1085"/>
                  </a:cubicBezTo>
                  <a:cubicBezTo>
                    <a:pt x="3131" y="1145"/>
                    <a:pt x="3119" y="1204"/>
                    <a:pt x="3119" y="1276"/>
                  </a:cubicBezTo>
                  <a:lnTo>
                    <a:pt x="3119" y="2514"/>
                  </a:lnTo>
                  <a:lnTo>
                    <a:pt x="1679" y="2514"/>
                  </a:lnTo>
                  <a:lnTo>
                    <a:pt x="1679" y="1276"/>
                  </a:lnTo>
                  <a:cubicBezTo>
                    <a:pt x="1679" y="1204"/>
                    <a:pt x="1667" y="1145"/>
                    <a:pt x="1619" y="1085"/>
                  </a:cubicBezTo>
                  <a:cubicBezTo>
                    <a:pt x="1552" y="1011"/>
                    <a:pt x="1462" y="974"/>
                    <a:pt x="1375" y="974"/>
                  </a:cubicBezTo>
                  <a:cubicBezTo>
                    <a:pt x="1322" y="974"/>
                    <a:pt x="1271" y="987"/>
                    <a:pt x="1226" y="1014"/>
                  </a:cubicBezTo>
                  <a:cubicBezTo>
                    <a:pt x="905" y="1204"/>
                    <a:pt x="631" y="1490"/>
                    <a:pt x="452" y="1836"/>
                  </a:cubicBezTo>
                  <a:cubicBezTo>
                    <a:pt x="262" y="2169"/>
                    <a:pt x="155" y="2574"/>
                    <a:pt x="155" y="2979"/>
                  </a:cubicBezTo>
                  <a:cubicBezTo>
                    <a:pt x="155" y="3871"/>
                    <a:pt x="667" y="4669"/>
                    <a:pt x="1453" y="5062"/>
                  </a:cubicBezTo>
                  <a:lnTo>
                    <a:pt x="1453" y="5907"/>
                  </a:lnTo>
                  <a:lnTo>
                    <a:pt x="179" y="5907"/>
                  </a:lnTo>
                  <a:cubicBezTo>
                    <a:pt x="95" y="5907"/>
                    <a:pt x="24" y="5967"/>
                    <a:pt x="12" y="6038"/>
                  </a:cubicBezTo>
                  <a:cubicBezTo>
                    <a:pt x="0" y="6134"/>
                    <a:pt x="71" y="6217"/>
                    <a:pt x="179" y="6217"/>
                  </a:cubicBezTo>
                  <a:lnTo>
                    <a:pt x="6227" y="6217"/>
                  </a:lnTo>
                  <a:cubicBezTo>
                    <a:pt x="6429" y="6217"/>
                    <a:pt x="6572" y="6074"/>
                    <a:pt x="6572" y="5884"/>
                  </a:cubicBezTo>
                  <a:lnTo>
                    <a:pt x="6572" y="169"/>
                  </a:lnTo>
                  <a:cubicBezTo>
                    <a:pt x="6561" y="69"/>
                    <a:pt x="6479" y="1"/>
                    <a:pt x="6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5"/>
            <p:cNvSpPr/>
            <p:nvPr/>
          </p:nvSpPr>
          <p:spPr>
            <a:xfrm>
              <a:off x="3662363" y="3217250"/>
              <a:ext cx="148850" cy="7775"/>
            </a:xfrm>
            <a:custGeom>
              <a:avLst/>
              <a:gdLst/>
              <a:ahLst/>
              <a:cxnLst/>
              <a:rect l="l" t="t" r="r" b="b"/>
              <a:pathLst>
                <a:path w="5954" h="311" extrusionOk="0">
                  <a:moveTo>
                    <a:pt x="179" y="1"/>
                  </a:moveTo>
                  <a:cubicBezTo>
                    <a:pt x="107" y="1"/>
                    <a:pt x="36" y="60"/>
                    <a:pt x="24" y="132"/>
                  </a:cubicBezTo>
                  <a:cubicBezTo>
                    <a:pt x="0" y="227"/>
                    <a:pt x="84" y="310"/>
                    <a:pt x="179" y="310"/>
                  </a:cubicBezTo>
                  <a:lnTo>
                    <a:pt x="5799" y="310"/>
                  </a:lnTo>
                  <a:cubicBezTo>
                    <a:pt x="5870" y="310"/>
                    <a:pt x="5941" y="251"/>
                    <a:pt x="5953" y="179"/>
                  </a:cubicBezTo>
                  <a:cubicBezTo>
                    <a:pt x="5953" y="96"/>
                    <a:pt x="5882" y="1"/>
                    <a:pt x="5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5"/>
            <p:cNvSpPr/>
            <p:nvPr/>
          </p:nvSpPr>
          <p:spPr>
            <a:xfrm>
              <a:off x="3822188" y="3215775"/>
              <a:ext cx="7775" cy="8975"/>
            </a:xfrm>
            <a:custGeom>
              <a:avLst/>
              <a:gdLst/>
              <a:ahLst/>
              <a:cxnLst/>
              <a:rect l="l" t="t" r="r" b="b"/>
              <a:pathLst>
                <a:path w="311" h="359" extrusionOk="0">
                  <a:moveTo>
                    <a:pt x="132" y="0"/>
                  </a:moveTo>
                  <a:cubicBezTo>
                    <a:pt x="60" y="36"/>
                    <a:pt x="1" y="107"/>
                    <a:pt x="1" y="179"/>
                  </a:cubicBezTo>
                  <a:lnTo>
                    <a:pt x="1" y="191"/>
                  </a:lnTo>
                  <a:cubicBezTo>
                    <a:pt x="1" y="274"/>
                    <a:pt x="60" y="345"/>
                    <a:pt x="132" y="357"/>
                  </a:cubicBezTo>
                  <a:cubicBezTo>
                    <a:pt x="138" y="358"/>
                    <a:pt x="144" y="359"/>
                    <a:pt x="150" y="359"/>
                  </a:cubicBezTo>
                  <a:cubicBezTo>
                    <a:pt x="229" y="359"/>
                    <a:pt x="310" y="290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5"/>
            <p:cNvSpPr/>
            <p:nvPr/>
          </p:nvSpPr>
          <p:spPr>
            <a:xfrm>
              <a:off x="3837688" y="3215775"/>
              <a:ext cx="7750" cy="8975"/>
            </a:xfrm>
            <a:custGeom>
              <a:avLst/>
              <a:gdLst/>
              <a:ahLst/>
              <a:cxnLst/>
              <a:rect l="l" t="t" r="r" b="b"/>
              <a:pathLst>
                <a:path w="310" h="359" extrusionOk="0">
                  <a:moveTo>
                    <a:pt x="131" y="0"/>
                  </a:moveTo>
                  <a:cubicBezTo>
                    <a:pt x="60" y="36"/>
                    <a:pt x="0" y="107"/>
                    <a:pt x="0" y="179"/>
                  </a:cubicBezTo>
                  <a:lnTo>
                    <a:pt x="0" y="191"/>
                  </a:lnTo>
                  <a:cubicBezTo>
                    <a:pt x="0" y="274"/>
                    <a:pt x="60" y="345"/>
                    <a:pt x="131" y="357"/>
                  </a:cubicBezTo>
                  <a:cubicBezTo>
                    <a:pt x="138" y="358"/>
                    <a:pt x="145" y="359"/>
                    <a:pt x="152" y="359"/>
                  </a:cubicBezTo>
                  <a:cubicBezTo>
                    <a:pt x="238" y="359"/>
                    <a:pt x="310" y="290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5"/>
            <p:cNvSpPr/>
            <p:nvPr/>
          </p:nvSpPr>
          <p:spPr>
            <a:xfrm>
              <a:off x="3853738" y="3215775"/>
              <a:ext cx="7775" cy="8975"/>
            </a:xfrm>
            <a:custGeom>
              <a:avLst/>
              <a:gdLst/>
              <a:ahLst/>
              <a:cxnLst/>
              <a:rect l="l" t="t" r="r" b="b"/>
              <a:pathLst>
                <a:path w="311" h="359" extrusionOk="0">
                  <a:moveTo>
                    <a:pt x="132" y="0"/>
                  </a:moveTo>
                  <a:cubicBezTo>
                    <a:pt x="61" y="36"/>
                    <a:pt x="1" y="107"/>
                    <a:pt x="1" y="179"/>
                  </a:cubicBezTo>
                  <a:lnTo>
                    <a:pt x="1" y="191"/>
                  </a:lnTo>
                  <a:cubicBezTo>
                    <a:pt x="1" y="274"/>
                    <a:pt x="61" y="345"/>
                    <a:pt x="132" y="357"/>
                  </a:cubicBezTo>
                  <a:cubicBezTo>
                    <a:pt x="139" y="358"/>
                    <a:pt x="146" y="359"/>
                    <a:pt x="153" y="359"/>
                  </a:cubicBezTo>
                  <a:cubicBezTo>
                    <a:pt x="239" y="359"/>
                    <a:pt x="311" y="290"/>
                    <a:pt x="311" y="191"/>
                  </a:cubicBezTo>
                  <a:lnTo>
                    <a:pt x="311" y="167"/>
                  </a:lnTo>
                  <a:cubicBezTo>
                    <a:pt x="311" y="72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5"/>
            <p:cNvSpPr/>
            <p:nvPr/>
          </p:nvSpPr>
          <p:spPr>
            <a:xfrm>
              <a:off x="3718913" y="3279375"/>
              <a:ext cx="21750" cy="21275"/>
            </a:xfrm>
            <a:custGeom>
              <a:avLst/>
              <a:gdLst/>
              <a:ahLst/>
              <a:cxnLst/>
              <a:rect l="l" t="t" r="r" b="b"/>
              <a:pathLst>
                <a:path w="870" h="851" extrusionOk="0">
                  <a:moveTo>
                    <a:pt x="435" y="0"/>
                  </a:moveTo>
                  <a:cubicBezTo>
                    <a:pt x="361" y="0"/>
                    <a:pt x="286" y="76"/>
                    <a:pt x="286" y="171"/>
                  </a:cubicBezTo>
                  <a:lnTo>
                    <a:pt x="286" y="266"/>
                  </a:lnTo>
                  <a:lnTo>
                    <a:pt x="179" y="266"/>
                  </a:lnTo>
                  <a:cubicBezTo>
                    <a:pt x="108" y="266"/>
                    <a:pt x="36" y="326"/>
                    <a:pt x="12" y="409"/>
                  </a:cubicBezTo>
                  <a:cubicBezTo>
                    <a:pt x="0" y="492"/>
                    <a:pt x="72" y="587"/>
                    <a:pt x="179" y="587"/>
                  </a:cubicBezTo>
                  <a:lnTo>
                    <a:pt x="286" y="587"/>
                  </a:lnTo>
                  <a:lnTo>
                    <a:pt x="286" y="683"/>
                  </a:lnTo>
                  <a:cubicBezTo>
                    <a:pt x="286" y="766"/>
                    <a:pt x="346" y="838"/>
                    <a:pt x="417" y="849"/>
                  </a:cubicBezTo>
                  <a:cubicBezTo>
                    <a:pt x="424" y="850"/>
                    <a:pt x="431" y="851"/>
                    <a:pt x="438" y="851"/>
                  </a:cubicBezTo>
                  <a:cubicBezTo>
                    <a:pt x="524" y="851"/>
                    <a:pt x="596" y="782"/>
                    <a:pt x="596" y="683"/>
                  </a:cubicBezTo>
                  <a:lnTo>
                    <a:pt x="596" y="587"/>
                  </a:lnTo>
                  <a:lnTo>
                    <a:pt x="703" y="587"/>
                  </a:lnTo>
                  <a:cubicBezTo>
                    <a:pt x="798" y="587"/>
                    <a:pt x="870" y="504"/>
                    <a:pt x="870" y="409"/>
                  </a:cubicBezTo>
                  <a:cubicBezTo>
                    <a:pt x="858" y="326"/>
                    <a:pt x="774" y="266"/>
                    <a:pt x="703" y="266"/>
                  </a:cubicBezTo>
                  <a:lnTo>
                    <a:pt x="596" y="266"/>
                  </a:lnTo>
                  <a:lnTo>
                    <a:pt x="596" y="171"/>
                  </a:lnTo>
                  <a:cubicBezTo>
                    <a:pt x="596" y="87"/>
                    <a:pt x="536" y="16"/>
                    <a:pt x="465" y="4"/>
                  </a:cubicBezTo>
                  <a:cubicBezTo>
                    <a:pt x="455" y="1"/>
                    <a:pt x="445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5"/>
            <p:cNvSpPr/>
            <p:nvPr/>
          </p:nvSpPr>
          <p:spPr>
            <a:xfrm>
              <a:off x="3833513" y="3279375"/>
              <a:ext cx="21750" cy="21275"/>
            </a:xfrm>
            <a:custGeom>
              <a:avLst/>
              <a:gdLst/>
              <a:ahLst/>
              <a:cxnLst/>
              <a:rect l="l" t="t" r="r" b="b"/>
              <a:pathLst>
                <a:path w="870" h="851" extrusionOk="0">
                  <a:moveTo>
                    <a:pt x="435" y="0"/>
                  </a:moveTo>
                  <a:cubicBezTo>
                    <a:pt x="360" y="0"/>
                    <a:pt x="286" y="76"/>
                    <a:pt x="286" y="171"/>
                  </a:cubicBezTo>
                  <a:lnTo>
                    <a:pt x="286" y="266"/>
                  </a:lnTo>
                  <a:lnTo>
                    <a:pt x="179" y="266"/>
                  </a:lnTo>
                  <a:cubicBezTo>
                    <a:pt x="108" y="266"/>
                    <a:pt x="36" y="326"/>
                    <a:pt x="12" y="409"/>
                  </a:cubicBezTo>
                  <a:cubicBezTo>
                    <a:pt x="0" y="492"/>
                    <a:pt x="72" y="587"/>
                    <a:pt x="179" y="587"/>
                  </a:cubicBezTo>
                  <a:lnTo>
                    <a:pt x="286" y="587"/>
                  </a:lnTo>
                  <a:lnTo>
                    <a:pt x="286" y="683"/>
                  </a:lnTo>
                  <a:cubicBezTo>
                    <a:pt x="286" y="766"/>
                    <a:pt x="346" y="838"/>
                    <a:pt x="417" y="849"/>
                  </a:cubicBezTo>
                  <a:cubicBezTo>
                    <a:pt x="424" y="850"/>
                    <a:pt x="431" y="851"/>
                    <a:pt x="438" y="851"/>
                  </a:cubicBezTo>
                  <a:cubicBezTo>
                    <a:pt x="524" y="851"/>
                    <a:pt x="596" y="782"/>
                    <a:pt x="596" y="683"/>
                  </a:cubicBezTo>
                  <a:lnTo>
                    <a:pt x="596" y="587"/>
                  </a:lnTo>
                  <a:lnTo>
                    <a:pt x="703" y="587"/>
                  </a:lnTo>
                  <a:cubicBezTo>
                    <a:pt x="798" y="587"/>
                    <a:pt x="870" y="504"/>
                    <a:pt x="870" y="409"/>
                  </a:cubicBezTo>
                  <a:cubicBezTo>
                    <a:pt x="858" y="326"/>
                    <a:pt x="774" y="266"/>
                    <a:pt x="703" y="266"/>
                  </a:cubicBezTo>
                  <a:lnTo>
                    <a:pt x="596" y="266"/>
                  </a:lnTo>
                  <a:lnTo>
                    <a:pt x="596" y="171"/>
                  </a:lnTo>
                  <a:cubicBezTo>
                    <a:pt x="596" y="87"/>
                    <a:pt x="536" y="16"/>
                    <a:pt x="465" y="4"/>
                  </a:cubicBezTo>
                  <a:cubicBezTo>
                    <a:pt x="455" y="1"/>
                    <a:pt x="445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11052;p59"/>
          <p:cNvGrpSpPr/>
          <p:nvPr/>
        </p:nvGrpSpPr>
        <p:grpSpPr>
          <a:xfrm>
            <a:off x="5330549" y="1715352"/>
            <a:ext cx="408156" cy="299783"/>
            <a:chOff x="1289311" y="2926222"/>
            <a:chExt cx="408156" cy="299783"/>
          </a:xfrm>
          <a:solidFill>
            <a:schemeClr val="tx1"/>
          </a:solidFill>
        </p:grpSpPr>
        <p:sp>
          <p:nvSpPr>
            <p:cNvPr id="97" name="Google Shape;11053;p59"/>
            <p:cNvSpPr/>
            <p:nvPr/>
          </p:nvSpPr>
          <p:spPr>
            <a:xfrm>
              <a:off x="1334029" y="2952385"/>
              <a:ext cx="318339" cy="216395"/>
            </a:xfrm>
            <a:custGeom>
              <a:avLst/>
              <a:gdLst/>
              <a:ahLst/>
              <a:cxnLst/>
              <a:rect l="l" t="t" r="r" b="b"/>
              <a:pathLst>
                <a:path w="10002" h="6799" extrusionOk="0">
                  <a:moveTo>
                    <a:pt x="3203" y="1369"/>
                  </a:moveTo>
                  <a:cubicBezTo>
                    <a:pt x="3429" y="1369"/>
                    <a:pt x="3620" y="1548"/>
                    <a:pt x="3620" y="1786"/>
                  </a:cubicBezTo>
                  <a:lnTo>
                    <a:pt x="3620" y="2179"/>
                  </a:lnTo>
                  <a:cubicBezTo>
                    <a:pt x="3620" y="2524"/>
                    <a:pt x="3334" y="2798"/>
                    <a:pt x="3012" y="2798"/>
                  </a:cubicBezTo>
                  <a:cubicBezTo>
                    <a:pt x="2679" y="2798"/>
                    <a:pt x="2381" y="2524"/>
                    <a:pt x="2381" y="2179"/>
                  </a:cubicBezTo>
                  <a:lnTo>
                    <a:pt x="2381" y="1786"/>
                  </a:lnTo>
                  <a:cubicBezTo>
                    <a:pt x="2381" y="1560"/>
                    <a:pt x="2560" y="1369"/>
                    <a:pt x="2798" y="1369"/>
                  </a:cubicBezTo>
                  <a:close/>
                  <a:moveTo>
                    <a:pt x="8013" y="1191"/>
                  </a:moveTo>
                  <a:cubicBezTo>
                    <a:pt x="8132" y="1191"/>
                    <a:pt x="8215" y="1274"/>
                    <a:pt x="8215" y="1393"/>
                  </a:cubicBezTo>
                  <a:lnTo>
                    <a:pt x="8215" y="1989"/>
                  </a:lnTo>
                  <a:cubicBezTo>
                    <a:pt x="8215" y="2060"/>
                    <a:pt x="8168" y="2131"/>
                    <a:pt x="8108" y="2167"/>
                  </a:cubicBezTo>
                  <a:cubicBezTo>
                    <a:pt x="8061" y="2203"/>
                    <a:pt x="8025" y="2262"/>
                    <a:pt x="8025" y="2334"/>
                  </a:cubicBezTo>
                  <a:lnTo>
                    <a:pt x="8025" y="2632"/>
                  </a:lnTo>
                  <a:cubicBezTo>
                    <a:pt x="8025" y="2715"/>
                    <a:pt x="8085" y="2798"/>
                    <a:pt x="8168" y="2810"/>
                  </a:cubicBezTo>
                  <a:lnTo>
                    <a:pt x="8680" y="2929"/>
                  </a:lnTo>
                  <a:cubicBezTo>
                    <a:pt x="8763" y="2953"/>
                    <a:pt x="8847" y="3036"/>
                    <a:pt x="8847" y="3132"/>
                  </a:cubicBezTo>
                  <a:lnTo>
                    <a:pt x="8847" y="3191"/>
                  </a:lnTo>
                  <a:lnTo>
                    <a:pt x="6799" y="3191"/>
                  </a:lnTo>
                  <a:lnTo>
                    <a:pt x="6799" y="3132"/>
                  </a:lnTo>
                  <a:cubicBezTo>
                    <a:pt x="6799" y="3024"/>
                    <a:pt x="6858" y="2953"/>
                    <a:pt x="6965" y="2929"/>
                  </a:cubicBezTo>
                  <a:lnTo>
                    <a:pt x="7477" y="2810"/>
                  </a:lnTo>
                  <a:cubicBezTo>
                    <a:pt x="7561" y="2798"/>
                    <a:pt x="7620" y="2715"/>
                    <a:pt x="7620" y="2632"/>
                  </a:cubicBezTo>
                  <a:lnTo>
                    <a:pt x="7620" y="2334"/>
                  </a:lnTo>
                  <a:cubicBezTo>
                    <a:pt x="7596" y="2274"/>
                    <a:pt x="7561" y="2215"/>
                    <a:pt x="7501" y="2167"/>
                  </a:cubicBezTo>
                  <a:cubicBezTo>
                    <a:pt x="7430" y="2120"/>
                    <a:pt x="7406" y="2060"/>
                    <a:pt x="7406" y="1989"/>
                  </a:cubicBezTo>
                  <a:lnTo>
                    <a:pt x="7406" y="1393"/>
                  </a:lnTo>
                  <a:cubicBezTo>
                    <a:pt x="7406" y="1274"/>
                    <a:pt x="7489" y="1191"/>
                    <a:pt x="7608" y="1191"/>
                  </a:cubicBezTo>
                  <a:close/>
                  <a:moveTo>
                    <a:pt x="9620" y="369"/>
                  </a:moveTo>
                  <a:lnTo>
                    <a:pt x="9620" y="3191"/>
                  </a:lnTo>
                  <a:lnTo>
                    <a:pt x="9192" y="3191"/>
                  </a:lnTo>
                  <a:lnTo>
                    <a:pt x="9192" y="3132"/>
                  </a:lnTo>
                  <a:cubicBezTo>
                    <a:pt x="9192" y="2870"/>
                    <a:pt x="9013" y="2632"/>
                    <a:pt x="8739" y="2572"/>
                  </a:cubicBezTo>
                  <a:lnTo>
                    <a:pt x="8382" y="2477"/>
                  </a:lnTo>
                  <a:lnTo>
                    <a:pt x="8382" y="2417"/>
                  </a:lnTo>
                  <a:cubicBezTo>
                    <a:pt x="8501" y="2322"/>
                    <a:pt x="8573" y="2155"/>
                    <a:pt x="8573" y="1977"/>
                  </a:cubicBezTo>
                  <a:lnTo>
                    <a:pt x="8573" y="1381"/>
                  </a:lnTo>
                  <a:cubicBezTo>
                    <a:pt x="8573" y="1048"/>
                    <a:pt x="8311" y="786"/>
                    <a:pt x="7977" y="786"/>
                  </a:cubicBezTo>
                  <a:lnTo>
                    <a:pt x="7584" y="786"/>
                  </a:lnTo>
                  <a:cubicBezTo>
                    <a:pt x="7251" y="786"/>
                    <a:pt x="6989" y="1048"/>
                    <a:pt x="6989" y="1381"/>
                  </a:cubicBezTo>
                  <a:lnTo>
                    <a:pt x="6989" y="1977"/>
                  </a:lnTo>
                  <a:cubicBezTo>
                    <a:pt x="6989" y="2143"/>
                    <a:pt x="7061" y="2298"/>
                    <a:pt x="7180" y="2417"/>
                  </a:cubicBezTo>
                  <a:lnTo>
                    <a:pt x="7180" y="2477"/>
                  </a:lnTo>
                  <a:lnTo>
                    <a:pt x="6822" y="2572"/>
                  </a:lnTo>
                  <a:cubicBezTo>
                    <a:pt x="6549" y="2632"/>
                    <a:pt x="6370" y="2870"/>
                    <a:pt x="6370" y="3132"/>
                  </a:cubicBezTo>
                  <a:lnTo>
                    <a:pt x="6370" y="3191"/>
                  </a:lnTo>
                  <a:lnTo>
                    <a:pt x="5941" y="3191"/>
                  </a:lnTo>
                  <a:lnTo>
                    <a:pt x="5941" y="369"/>
                  </a:lnTo>
                  <a:close/>
                  <a:moveTo>
                    <a:pt x="3227" y="3179"/>
                  </a:moveTo>
                  <a:lnTo>
                    <a:pt x="3227" y="3274"/>
                  </a:lnTo>
                  <a:cubicBezTo>
                    <a:pt x="3203" y="3346"/>
                    <a:pt x="3239" y="3405"/>
                    <a:pt x="3262" y="3465"/>
                  </a:cubicBezTo>
                  <a:lnTo>
                    <a:pt x="3012" y="3715"/>
                  </a:lnTo>
                  <a:lnTo>
                    <a:pt x="3001" y="3715"/>
                  </a:lnTo>
                  <a:lnTo>
                    <a:pt x="2739" y="3465"/>
                  </a:lnTo>
                  <a:cubicBezTo>
                    <a:pt x="2774" y="3405"/>
                    <a:pt x="2798" y="3346"/>
                    <a:pt x="2798" y="3274"/>
                  </a:cubicBezTo>
                  <a:lnTo>
                    <a:pt x="2798" y="3179"/>
                  </a:lnTo>
                  <a:close/>
                  <a:moveTo>
                    <a:pt x="3572" y="3667"/>
                  </a:moveTo>
                  <a:lnTo>
                    <a:pt x="3953" y="3822"/>
                  </a:lnTo>
                  <a:cubicBezTo>
                    <a:pt x="4108" y="3882"/>
                    <a:pt x="4215" y="4048"/>
                    <a:pt x="4215" y="4203"/>
                  </a:cubicBezTo>
                  <a:lnTo>
                    <a:pt x="4215" y="5394"/>
                  </a:lnTo>
                  <a:cubicBezTo>
                    <a:pt x="4215" y="5513"/>
                    <a:pt x="4132" y="5608"/>
                    <a:pt x="4013" y="5608"/>
                  </a:cubicBezTo>
                  <a:lnTo>
                    <a:pt x="3191" y="5608"/>
                  </a:lnTo>
                  <a:lnTo>
                    <a:pt x="3191" y="5382"/>
                  </a:lnTo>
                  <a:lnTo>
                    <a:pt x="3608" y="5382"/>
                  </a:lnTo>
                  <a:cubicBezTo>
                    <a:pt x="3715" y="5382"/>
                    <a:pt x="3798" y="5299"/>
                    <a:pt x="3798" y="5191"/>
                  </a:cubicBezTo>
                  <a:lnTo>
                    <a:pt x="3798" y="4596"/>
                  </a:lnTo>
                  <a:cubicBezTo>
                    <a:pt x="3798" y="4489"/>
                    <a:pt x="3715" y="4406"/>
                    <a:pt x="3608" y="4406"/>
                  </a:cubicBezTo>
                  <a:cubicBezTo>
                    <a:pt x="3501" y="4406"/>
                    <a:pt x="3417" y="4489"/>
                    <a:pt x="3417" y="4596"/>
                  </a:cubicBezTo>
                  <a:lnTo>
                    <a:pt x="3417" y="5013"/>
                  </a:lnTo>
                  <a:lnTo>
                    <a:pt x="2584" y="5013"/>
                  </a:lnTo>
                  <a:lnTo>
                    <a:pt x="2584" y="4596"/>
                  </a:lnTo>
                  <a:cubicBezTo>
                    <a:pt x="2584" y="4489"/>
                    <a:pt x="2489" y="4406"/>
                    <a:pt x="2381" y="4406"/>
                  </a:cubicBezTo>
                  <a:cubicBezTo>
                    <a:pt x="2286" y="4406"/>
                    <a:pt x="2191" y="4489"/>
                    <a:pt x="2191" y="4596"/>
                  </a:cubicBezTo>
                  <a:lnTo>
                    <a:pt x="2191" y="5191"/>
                  </a:lnTo>
                  <a:cubicBezTo>
                    <a:pt x="2191" y="5299"/>
                    <a:pt x="2286" y="5382"/>
                    <a:pt x="2381" y="5382"/>
                  </a:cubicBezTo>
                  <a:lnTo>
                    <a:pt x="2798" y="5382"/>
                  </a:lnTo>
                  <a:lnTo>
                    <a:pt x="2798" y="5608"/>
                  </a:lnTo>
                  <a:lnTo>
                    <a:pt x="1989" y="5608"/>
                  </a:lnTo>
                  <a:cubicBezTo>
                    <a:pt x="1869" y="5608"/>
                    <a:pt x="1774" y="5513"/>
                    <a:pt x="1774" y="5394"/>
                  </a:cubicBezTo>
                  <a:lnTo>
                    <a:pt x="1774" y="4203"/>
                  </a:lnTo>
                  <a:cubicBezTo>
                    <a:pt x="1774" y="4048"/>
                    <a:pt x="1881" y="3882"/>
                    <a:pt x="2048" y="3822"/>
                  </a:cubicBezTo>
                  <a:lnTo>
                    <a:pt x="2417" y="3667"/>
                  </a:lnTo>
                  <a:lnTo>
                    <a:pt x="2727" y="3989"/>
                  </a:lnTo>
                  <a:cubicBezTo>
                    <a:pt x="2798" y="4060"/>
                    <a:pt x="2905" y="4108"/>
                    <a:pt x="3001" y="4108"/>
                  </a:cubicBezTo>
                  <a:cubicBezTo>
                    <a:pt x="3096" y="4108"/>
                    <a:pt x="3191" y="4060"/>
                    <a:pt x="3262" y="3989"/>
                  </a:cubicBezTo>
                  <a:lnTo>
                    <a:pt x="3572" y="3667"/>
                  </a:lnTo>
                  <a:close/>
                  <a:moveTo>
                    <a:pt x="5632" y="5596"/>
                  </a:moveTo>
                  <a:lnTo>
                    <a:pt x="5632" y="6406"/>
                  </a:lnTo>
                  <a:lnTo>
                    <a:pt x="381" y="6406"/>
                  </a:lnTo>
                  <a:lnTo>
                    <a:pt x="381" y="5596"/>
                  </a:lnTo>
                  <a:lnTo>
                    <a:pt x="1429" y="5596"/>
                  </a:lnTo>
                  <a:cubicBezTo>
                    <a:pt x="1512" y="5834"/>
                    <a:pt x="1727" y="5989"/>
                    <a:pt x="2000" y="5989"/>
                  </a:cubicBezTo>
                  <a:lnTo>
                    <a:pt x="4013" y="5989"/>
                  </a:lnTo>
                  <a:cubicBezTo>
                    <a:pt x="4263" y="5989"/>
                    <a:pt x="4489" y="5834"/>
                    <a:pt x="4572" y="5596"/>
                  </a:cubicBezTo>
                  <a:close/>
                  <a:moveTo>
                    <a:pt x="8025" y="4406"/>
                  </a:moveTo>
                  <a:cubicBezTo>
                    <a:pt x="8144" y="4406"/>
                    <a:pt x="8227" y="4489"/>
                    <a:pt x="8227" y="4608"/>
                  </a:cubicBezTo>
                  <a:lnTo>
                    <a:pt x="8227" y="5203"/>
                  </a:lnTo>
                  <a:cubicBezTo>
                    <a:pt x="8227" y="5275"/>
                    <a:pt x="8192" y="5358"/>
                    <a:pt x="8132" y="5382"/>
                  </a:cubicBezTo>
                  <a:cubicBezTo>
                    <a:pt x="8073" y="5418"/>
                    <a:pt x="8037" y="5477"/>
                    <a:pt x="8037" y="5549"/>
                  </a:cubicBezTo>
                  <a:lnTo>
                    <a:pt x="8037" y="5846"/>
                  </a:lnTo>
                  <a:cubicBezTo>
                    <a:pt x="8037" y="5930"/>
                    <a:pt x="8096" y="6013"/>
                    <a:pt x="8192" y="6025"/>
                  </a:cubicBezTo>
                  <a:lnTo>
                    <a:pt x="8692" y="6144"/>
                  </a:lnTo>
                  <a:cubicBezTo>
                    <a:pt x="8787" y="6168"/>
                    <a:pt x="8858" y="6251"/>
                    <a:pt x="8858" y="6346"/>
                  </a:cubicBezTo>
                  <a:lnTo>
                    <a:pt x="8858" y="6406"/>
                  </a:lnTo>
                  <a:lnTo>
                    <a:pt x="6787" y="6406"/>
                  </a:lnTo>
                  <a:lnTo>
                    <a:pt x="6787" y="6346"/>
                  </a:lnTo>
                  <a:cubicBezTo>
                    <a:pt x="6787" y="6251"/>
                    <a:pt x="6846" y="6168"/>
                    <a:pt x="6953" y="6144"/>
                  </a:cubicBezTo>
                  <a:lnTo>
                    <a:pt x="7465" y="6025"/>
                  </a:lnTo>
                  <a:cubicBezTo>
                    <a:pt x="7549" y="6013"/>
                    <a:pt x="7608" y="5930"/>
                    <a:pt x="7608" y="5846"/>
                  </a:cubicBezTo>
                  <a:lnTo>
                    <a:pt x="7608" y="5549"/>
                  </a:lnTo>
                  <a:cubicBezTo>
                    <a:pt x="7608" y="5489"/>
                    <a:pt x="7584" y="5418"/>
                    <a:pt x="7513" y="5382"/>
                  </a:cubicBezTo>
                  <a:cubicBezTo>
                    <a:pt x="7442" y="5334"/>
                    <a:pt x="7418" y="5275"/>
                    <a:pt x="7418" y="5203"/>
                  </a:cubicBezTo>
                  <a:lnTo>
                    <a:pt x="7418" y="4608"/>
                  </a:lnTo>
                  <a:cubicBezTo>
                    <a:pt x="7418" y="4489"/>
                    <a:pt x="7501" y="4406"/>
                    <a:pt x="7620" y="4406"/>
                  </a:cubicBezTo>
                  <a:close/>
                  <a:moveTo>
                    <a:pt x="9585" y="3584"/>
                  </a:moveTo>
                  <a:lnTo>
                    <a:pt x="9585" y="6406"/>
                  </a:lnTo>
                  <a:lnTo>
                    <a:pt x="9204" y="6406"/>
                  </a:lnTo>
                  <a:lnTo>
                    <a:pt x="9204" y="6346"/>
                  </a:lnTo>
                  <a:cubicBezTo>
                    <a:pt x="9204" y="6084"/>
                    <a:pt x="9025" y="5846"/>
                    <a:pt x="8751" y="5787"/>
                  </a:cubicBezTo>
                  <a:lnTo>
                    <a:pt x="8394" y="5691"/>
                  </a:lnTo>
                  <a:lnTo>
                    <a:pt x="8394" y="5632"/>
                  </a:lnTo>
                  <a:cubicBezTo>
                    <a:pt x="8513" y="5537"/>
                    <a:pt x="8596" y="5370"/>
                    <a:pt x="8596" y="5191"/>
                  </a:cubicBezTo>
                  <a:lnTo>
                    <a:pt x="8596" y="4596"/>
                  </a:lnTo>
                  <a:cubicBezTo>
                    <a:pt x="8596" y="4263"/>
                    <a:pt x="8323" y="4001"/>
                    <a:pt x="8001" y="4001"/>
                  </a:cubicBezTo>
                  <a:lnTo>
                    <a:pt x="7596" y="4001"/>
                  </a:lnTo>
                  <a:cubicBezTo>
                    <a:pt x="7263" y="4001"/>
                    <a:pt x="7001" y="4263"/>
                    <a:pt x="7001" y="4596"/>
                  </a:cubicBezTo>
                  <a:lnTo>
                    <a:pt x="7001" y="5191"/>
                  </a:lnTo>
                  <a:cubicBezTo>
                    <a:pt x="7001" y="5358"/>
                    <a:pt x="7072" y="5513"/>
                    <a:pt x="7192" y="5632"/>
                  </a:cubicBezTo>
                  <a:lnTo>
                    <a:pt x="7192" y="5691"/>
                  </a:lnTo>
                  <a:lnTo>
                    <a:pt x="6834" y="5787"/>
                  </a:lnTo>
                  <a:cubicBezTo>
                    <a:pt x="6572" y="5846"/>
                    <a:pt x="6394" y="6084"/>
                    <a:pt x="6394" y="6346"/>
                  </a:cubicBezTo>
                  <a:lnTo>
                    <a:pt x="6394" y="6406"/>
                  </a:lnTo>
                  <a:lnTo>
                    <a:pt x="5953" y="6406"/>
                  </a:lnTo>
                  <a:lnTo>
                    <a:pt x="5953" y="3584"/>
                  </a:lnTo>
                  <a:close/>
                  <a:moveTo>
                    <a:pt x="203" y="0"/>
                  </a:moveTo>
                  <a:cubicBezTo>
                    <a:pt x="95" y="0"/>
                    <a:pt x="0" y="84"/>
                    <a:pt x="0" y="191"/>
                  </a:cubicBezTo>
                  <a:lnTo>
                    <a:pt x="0" y="6596"/>
                  </a:lnTo>
                  <a:cubicBezTo>
                    <a:pt x="0" y="6703"/>
                    <a:pt x="95" y="6799"/>
                    <a:pt x="203" y="6799"/>
                  </a:cubicBezTo>
                  <a:lnTo>
                    <a:pt x="9811" y="6799"/>
                  </a:lnTo>
                  <a:cubicBezTo>
                    <a:pt x="9918" y="6799"/>
                    <a:pt x="10001" y="6703"/>
                    <a:pt x="10001" y="6596"/>
                  </a:cubicBezTo>
                  <a:lnTo>
                    <a:pt x="10001" y="191"/>
                  </a:lnTo>
                  <a:cubicBezTo>
                    <a:pt x="10001" y="84"/>
                    <a:pt x="9918" y="0"/>
                    <a:pt x="9811" y="0"/>
                  </a:cubicBezTo>
                  <a:lnTo>
                    <a:pt x="1584" y="0"/>
                  </a:lnTo>
                  <a:cubicBezTo>
                    <a:pt x="1477" y="0"/>
                    <a:pt x="1381" y="84"/>
                    <a:pt x="1381" y="191"/>
                  </a:cubicBezTo>
                  <a:cubicBezTo>
                    <a:pt x="1381" y="286"/>
                    <a:pt x="1477" y="381"/>
                    <a:pt x="1584" y="381"/>
                  </a:cubicBezTo>
                  <a:lnTo>
                    <a:pt x="5596" y="381"/>
                  </a:lnTo>
                  <a:lnTo>
                    <a:pt x="5596" y="5215"/>
                  </a:lnTo>
                  <a:lnTo>
                    <a:pt x="4572" y="5215"/>
                  </a:lnTo>
                  <a:lnTo>
                    <a:pt x="4572" y="4203"/>
                  </a:lnTo>
                  <a:cubicBezTo>
                    <a:pt x="4572" y="3882"/>
                    <a:pt x="4370" y="3584"/>
                    <a:pt x="4072" y="3477"/>
                  </a:cubicBezTo>
                  <a:lnTo>
                    <a:pt x="3572" y="3286"/>
                  </a:lnTo>
                  <a:lnTo>
                    <a:pt x="3572" y="3274"/>
                  </a:lnTo>
                  <a:lnTo>
                    <a:pt x="3572" y="2989"/>
                  </a:lnTo>
                  <a:cubicBezTo>
                    <a:pt x="3810" y="2810"/>
                    <a:pt x="3977" y="2512"/>
                    <a:pt x="3977" y="2203"/>
                  </a:cubicBezTo>
                  <a:lnTo>
                    <a:pt x="3977" y="1798"/>
                  </a:lnTo>
                  <a:cubicBezTo>
                    <a:pt x="3977" y="1369"/>
                    <a:pt x="3620" y="1012"/>
                    <a:pt x="3191" y="1012"/>
                  </a:cubicBezTo>
                  <a:lnTo>
                    <a:pt x="2786" y="1012"/>
                  </a:lnTo>
                  <a:cubicBezTo>
                    <a:pt x="2358" y="1012"/>
                    <a:pt x="2000" y="1369"/>
                    <a:pt x="2000" y="1798"/>
                  </a:cubicBezTo>
                  <a:lnTo>
                    <a:pt x="2000" y="2203"/>
                  </a:lnTo>
                  <a:cubicBezTo>
                    <a:pt x="2000" y="2524"/>
                    <a:pt x="2167" y="2810"/>
                    <a:pt x="2405" y="2989"/>
                  </a:cubicBezTo>
                  <a:lnTo>
                    <a:pt x="2405" y="3274"/>
                  </a:lnTo>
                  <a:lnTo>
                    <a:pt x="2405" y="3286"/>
                  </a:lnTo>
                  <a:lnTo>
                    <a:pt x="1905" y="3477"/>
                  </a:lnTo>
                  <a:cubicBezTo>
                    <a:pt x="1608" y="3596"/>
                    <a:pt x="1405" y="3894"/>
                    <a:pt x="1405" y="4203"/>
                  </a:cubicBezTo>
                  <a:lnTo>
                    <a:pt x="1405" y="5215"/>
                  </a:lnTo>
                  <a:lnTo>
                    <a:pt x="381" y="5215"/>
                  </a:lnTo>
                  <a:lnTo>
                    <a:pt x="381" y="381"/>
                  </a:lnTo>
                  <a:lnTo>
                    <a:pt x="798" y="381"/>
                  </a:lnTo>
                  <a:cubicBezTo>
                    <a:pt x="893" y="381"/>
                    <a:pt x="988" y="286"/>
                    <a:pt x="988" y="191"/>
                  </a:cubicBezTo>
                  <a:cubicBezTo>
                    <a:pt x="988" y="84"/>
                    <a:pt x="893" y="0"/>
                    <a:pt x="7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1054;p59"/>
            <p:cNvSpPr/>
            <p:nvPr/>
          </p:nvSpPr>
          <p:spPr>
            <a:xfrm>
              <a:off x="1289311" y="2926222"/>
              <a:ext cx="408156" cy="299783"/>
            </a:xfrm>
            <a:custGeom>
              <a:avLst/>
              <a:gdLst/>
              <a:ahLst/>
              <a:cxnLst/>
              <a:rect l="l" t="t" r="r" b="b"/>
              <a:pathLst>
                <a:path w="12824" h="9419" extrusionOk="0">
                  <a:moveTo>
                    <a:pt x="11621" y="382"/>
                  </a:moveTo>
                  <a:cubicBezTo>
                    <a:pt x="11740" y="382"/>
                    <a:pt x="11823" y="477"/>
                    <a:pt x="11823" y="596"/>
                  </a:cubicBezTo>
                  <a:lnTo>
                    <a:pt x="11823" y="8037"/>
                  </a:lnTo>
                  <a:lnTo>
                    <a:pt x="11406" y="8037"/>
                  </a:lnTo>
                  <a:cubicBezTo>
                    <a:pt x="11299" y="8037"/>
                    <a:pt x="11216" y="8121"/>
                    <a:pt x="11216" y="8228"/>
                  </a:cubicBezTo>
                  <a:cubicBezTo>
                    <a:pt x="11216" y="8335"/>
                    <a:pt x="11299" y="8418"/>
                    <a:pt x="11406" y="8418"/>
                  </a:cubicBezTo>
                  <a:lnTo>
                    <a:pt x="12407" y="8418"/>
                  </a:lnTo>
                  <a:cubicBezTo>
                    <a:pt x="12407" y="8418"/>
                    <a:pt x="12418" y="8418"/>
                    <a:pt x="12418" y="8442"/>
                  </a:cubicBezTo>
                  <a:lnTo>
                    <a:pt x="12418" y="8835"/>
                  </a:lnTo>
                  <a:cubicBezTo>
                    <a:pt x="12442" y="8942"/>
                    <a:pt x="12347" y="9049"/>
                    <a:pt x="12228" y="9049"/>
                  </a:cubicBezTo>
                  <a:lnTo>
                    <a:pt x="596" y="9049"/>
                  </a:lnTo>
                  <a:cubicBezTo>
                    <a:pt x="476" y="9049"/>
                    <a:pt x="381" y="8954"/>
                    <a:pt x="381" y="8835"/>
                  </a:cubicBezTo>
                  <a:lnTo>
                    <a:pt x="381" y="8442"/>
                  </a:lnTo>
                  <a:cubicBezTo>
                    <a:pt x="381" y="8442"/>
                    <a:pt x="381" y="8418"/>
                    <a:pt x="393" y="8418"/>
                  </a:cubicBezTo>
                  <a:lnTo>
                    <a:pt x="10621" y="8418"/>
                  </a:lnTo>
                  <a:cubicBezTo>
                    <a:pt x="10728" y="8418"/>
                    <a:pt x="10811" y="8335"/>
                    <a:pt x="10811" y="8228"/>
                  </a:cubicBezTo>
                  <a:cubicBezTo>
                    <a:pt x="10811" y="8121"/>
                    <a:pt x="10728" y="8037"/>
                    <a:pt x="10621" y="8037"/>
                  </a:cubicBezTo>
                  <a:lnTo>
                    <a:pt x="977" y="8037"/>
                  </a:lnTo>
                  <a:lnTo>
                    <a:pt x="977" y="596"/>
                  </a:lnTo>
                  <a:cubicBezTo>
                    <a:pt x="977" y="477"/>
                    <a:pt x="1072" y="382"/>
                    <a:pt x="1179" y="382"/>
                  </a:cubicBezTo>
                  <a:close/>
                  <a:moveTo>
                    <a:pt x="1191" y="1"/>
                  </a:moveTo>
                  <a:cubicBezTo>
                    <a:pt x="857" y="1"/>
                    <a:pt x="596" y="263"/>
                    <a:pt x="596" y="596"/>
                  </a:cubicBezTo>
                  <a:lnTo>
                    <a:pt x="596" y="8037"/>
                  </a:lnTo>
                  <a:lnTo>
                    <a:pt x="381" y="8037"/>
                  </a:lnTo>
                  <a:cubicBezTo>
                    <a:pt x="179" y="8037"/>
                    <a:pt x="0" y="8216"/>
                    <a:pt x="0" y="8418"/>
                  </a:cubicBezTo>
                  <a:lnTo>
                    <a:pt x="0" y="8823"/>
                  </a:lnTo>
                  <a:cubicBezTo>
                    <a:pt x="0" y="9157"/>
                    <a:pt x="262" y="9419"/>
                    <a:pt x="596" y="9419"/>
                  </a:cubicBezTo>
                  <a:lnTo>
                    <a:pt x="12228" y="9419"/>
                  </a:lnTo>
                  <a:cubicBezTo>
                    <a:pt x="12561" y="9419"/>
                    <a:pt x="12823" y="9157"/>
                    <a:pt x="12823" y="8823"/>
                  </a:cubicBezTo>
                  <a:lnTo>
                    <a:pt x="12823" y="8418"/>
                  </a:lnTo>
                  <a:cubicBezTo>
                    <a:pt x="12811" y="8216"/>
                    <a:pt x="12645" y="8037"/>
                    <a:pt x="12418" y="8037"/>
                  </a:cubicBezTo>
                  <a:lnTo>
                    <a:pt x="12216" y="8037"/>
                  </a:lnTo>
                  <a:lnTo>
                    <a:pt x="12216" y="596"/>
                  </a:lnTo>
                  <a:cubicBezTo>
                    <a:pt x="12216" y="263"/>
                    <a:pt x="11942" y="1"/>
                    <a:pt x="11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1568;p59"/>
          <p:cNvGrpSpPr/>
          <p:nvPr/>
        </p:nvGrpSpPr>
        <p:grpSpPr>
          <a:xfrm>
            <a:off x="5329278" y="3515753"/>
            <a:ext cx="371395" cy="301279"/>
            <a:chOff x="7550258" y="3832670"/>
            <a:chExt cx="371395" cy="301279"/>
          </a:xfrm>
          <a:solidFill>
            <a:schemeClr val="tx1"/>
          </a:solidFill>
        </p:grpSpPr>
        <p:sp>
          <p:nvSpPr>
            <p:cNvPr id="106" name="Google Shape;11569;p59"/>
            <p:cNvSpPr/>
            <p:nvPr/>
          </p:nvSpPr>
          <p:spPr>
            <a:xfrm>
              <a:off x="7550258" y="3832670"/>
              <a:ext cx="371395" cy="301279"/>
            </a:xfrm>
            <a:custGeom>
              <a:avLst/>
              <a:gdLst/>
              <a:ahLst/>
              <a:cxnLst/>
              <a:rect l="l" t="t" r="r" b="b"/>
              <a:pathLst>
                <a:path w="11669" h="9466" extrusionOk="0">
                  <a:moveTo>
                    <a:pt x="1822" y="346"/>
                  </a:moveTo>
                  <a:cubicBezTo>
                    <a:pt x="1822" y="346"/>
                    <a:pt x="1834" y="346"/>
                    <a:pt x="1834" y="358"/>
                  </a:cubicBezTo>
                  <a:lnTo>
                    <a:pt x="1834" y="1096"/>
                  </a:lnTo>
                  <a:cubicBezTo>
                    <a:pt x="1834" y="1096"/>
                    <a:pt x="1834" y="1108"/>
                    <a:pt x="1822" y="1108"/>
                  </a:cubicBezTo>
                  <a:lnTo>
                    <a:pt x="1441" y="1108"/>
                  </a:lnTo>
                  <a:cubicBezTo>
                    <a:pt x="1441" y="1108"/>
                    <a:pt x="1429" y="1108"/>
                    <a:pt x="1429" y="1096"/>
                  </a:cubicBezTo>
                  <a:lnTo>
                    <a:pt x="1429" y="358"/>
                  </a:lnTo>
                  <a:lnTo>
                    <a:pt x="1441" y="358"/>
                  </a:lnTo>
                  <a:lnTo>
                    <a:pt x="1822" y="346"/>
                  </a:lnTo>
                  <a:close/>
                  <a:moveTo>
                    <a:pt x="10228" y="346"/>
                  </a:moveTo>
                  <a:cubicBezTo>
                    <a:pt x="10228" y="346"/>
                    <a:pt x="10240" y="346"/>
                    <a:pt x="10240" y="358"/>
                  </a:cubicBezTo>
                  <a:lnTo>
                    <a:pt x="10240" y="1096"/>
                  </a:lnTo>
                  <a:cubicBezTo>
                    <a:pt x="10240" y="1096"/>
                    <a:pt x="10240" y="1108"/>
                    <a:pt x="10228" y="1108"/>
                  </a:cubicBezTo>
                  <a:lnTo>
                    <a:pt x="9859" y="1108"/>
                  </a:lnTo>
                  <a:cubicBezTo>
                    <a:pt x="9859" y="1108"/>
                    <a:pt x="9835" y="1108"/>
                    <a:pt x="9835" y="1096"/>
                  </a:cubicBezTo>
                  <a:lnTo>
                    <a:pt x="9835" y="358"/>
                  </a:lnTo>
                  <a:lnTo>
                    <a:pt x="9859" y="358"/>
                  </a:lnTo>
                  <a:lnTo>
                    <a:pt x="10228" y="346"/>
                  </a:lnTo>
                  <a:close/>
                  <a:moveTo>
                    <a:pt x="10966" y="1096"/>
                  </a:moveTo>
                  <a:cubicBezTo>
                    <a:pt x="11180" y="1096"/>
                    <a:pt x="11347" y="1251"/>
                    <a:pt x="11347" y="1465"/>
                  </a:cubicBezTo>
                  <a:lnTo>
                    <a:pt x="11347" y="8775"/>
                  </a:lnTo>
                  <a:cubicBezTo>
                    <a:pt x="11323" y="8978"/>
                    <a:pt x="11168" y="9144"/>
                    <a:pt x="10954" y="9144"/>
                  </a:cubicBezTo>
                  <a:lnTo>
                    <a:pt x="715" y="9144"/>
                  </a:lnTo>
                  <a:cubicBezTo>
                    <a:pt x="512" y="9144"/>
                    <a:pt x="346" y="8978"/>
                    <a:pt x="346" y="8775"/>
                  </a:cubicBezTo>
                  <a:lnTo>
                    <a:pt x="346" y="1465"/>
                  </a:lnTo>
                  <a:cubicBezTo>
                    <a:pt x="346" y="1251"/>
                    <a:pt x="512" y="1096"/>
                    <a:pt x="715" y="1096"/>
                  </a:cubicBezTo>
                  <a:lnTo>
                    <a:pt x="1084" y="1096"/>
                  </a:lnTo>
                  <a:lnTo>
                    <a:pt x="1084" y="1108"/>
                  </a:lnTo>
                  <a:cubicBezTo>
                    <a:pt x="1084" y="1298"/>
                    <a:pt x="1250" y="1465"/>
                    <a:pt x="1441" y="1465"/>
                  </a:cubicBezTo>
                  <a:lnTo>
                    <a:pt x="1822" y="1465"/>
                  </a:lnTo>
                  <a:cubicBezTo>
                    <a:pt x="2012" y="1465"/>
                    <a:pt x="2179" y="1298"/>
                    <a:pt x="2179" y="1108"/>
                  </a:cubicBezTo>
                  <a:lnTo>
                    <a:pt x="2179" y="1096"/>
                  </a:lnTo>
                  <a:lnTo>
                    <a:pt x="9513" y="1096"/>
                  </a:lnTo>
                  <a:lnTo>
                    <a:pt x="9513" y="1108"/>
                  </a:lnTo>
                  <a:cubicBezTo>
                    <a:pt x="9513" y="1298"/>
                    <a:pt x="9680" y="1465"/>
                    <a:pt x="9871" y="1465"/>
                  </a:cubicBezTo>
                  <a:lnTo>
                    <a:pt x="10240" y="1465"/>
                  </a:lnTo>
                  <a:cubicBezTo>
                    <a:pt x="10430" y="1465"/>
                    <a:pt x="10597" y="1298"/>
                    <a:pt x="10597" y="1108"/>
                  </a:cubicBezTo>
                  <a:lnTo>
                    <a:pt x="10597" y="1096"/>
                  </a:lnTo>
                  <a:close/>
                  <a:moveTo>
                    <a:pt x="1441" y="0"/>
                  </a:moveTo>
                  <a:cubicBezTo>
                    <a:pt x="1250" y="0"/>
                    <a:pt x="1084" y="167"/>
                    <a:pt x="1084" y="358"/>
                  </a:cubicBezTo>
                  <a:lnTo>
                    <a:pt x="1084" y="739"/>
                  </a:lnTo>
                  <a:lnTo>
                    <a:pt x="715" y="739"/>
                  </a:lnTo>
                  <a:cubicBezTo>
                    <a:pt x="310" y="739"/>
                    <a:pt x="0" y="1060"/>
                    <a:pt x="0" y="1453"/>
                  </a:cubicBezTo>
                  <a:lnTo>
                    <a:pt x="0" y="8752"/>
                  </a:lnTo>
                  <a:cubicBezTo>
                    <a:pt x="0" y="9156"/>
                    <a:pt x="334" y="9466"/>
                    <a:pt x="715" y="9466"/>
                  </a:cubicBezTo>
                  <a:lnTo>
                    <a:pt x="10954" y="9466"/>
                  </a:lnTo>
                  <a:cubicBezTo>
                    <a:pt x="11359" y="9466"/>
                    <a:pt x="11668" y="9144"/>
                    <a:pt x="11668" y="8752"/>
                  </a:cubicBezTo>
                  <a:lnTo>
                    <a:pt x="11668" y="1453"/>
                  </a:lnTo>
                  <a:cubicBezTo>
                    <a:pt x="11668" y="1060"/>
                    <a:pt x="11359" y="739"/>
                    <a:pt x="10954" y="739"/>
                  </a:cubicBezTo>
                  <a:lnTo>
                    <a:pt x="10585" y="739"/>
                  </a:lnTo>
                  <a:lnTo>
                    <a:pt x="10585" y="358"/>
                  </a:lnTo>
                  <a:cubicBezTo>
                    <a:pt x="10585" y="167"/>
                    <a:pt x="10418" y="0"/>
                    <a:pt x="10228" y="0"/>
                  </a:cubicBezTo>
                  <a:lnTo>
                    <a:pt x="9859" y="0"/>
                  </a:lnTo>
                  <a:cubicBezTo>
                    <a:pt x="9656" y="0"/>
                    <a:pt x="9490" y="167"/>
                    <a:pt x="9490" y="358"/>
                  </a:cubicBezTo>
                  <a:lnTo>
                    <a:pt x="9490" y="739"/>
                  </a:lnTo>
                  <a:lnTo>
                    <a:pt x="2179" y="739"/>
                  </a:lnTo>
                  <a:lnTo>
                    <a:pt x="2179" y="358"/>
                  </a:lnTo>
                  <a:cubicBezTo>
                    <a:pt x="2179" y="167"/>
                    <a:pt x="2012" y="0"/>
                    <a:pt x="1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1570;p59"/>
            <p:cNvSpPr/>
            <p:nvPr/>
          </p:nvSpPr>
          <p:spPr>
            <a:xfrm>
              <a:off x="7574129" y="3891009"/>
              <a:ext cx="324418" cy="10662"/>
            </a:xfrm>
            <a:custGeom>
              <a:avLst/>
              <a:gdLst/>
              <a:ahLst/>
              <a:cxnLst/>
              <a:rect l="l" t="t" r="r" b="b"/>
              <a:pathLst>
                <a:path w="10193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10025" y="334"/>
                  </a:lnTo>
                  <a:cubicBezTo>
                    <a:pt x="10121" y="334"/>
                    <a:pt x="10192" y="251"/>
                    <a:pt x="10192" y="168"/>
                  </a:cubicBezTo>
                  <a:cubicBezTo>
                    <a:pt x="10192" y="72"/>
                    <a:pt x="10121" y="1"/>
                    <a:pt x="100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1571;p59"/>
            <p:cNvSpPr/>
            <p:nvPr/>
          </p:nvSpPr>
          <p:spPr>
            <a:xfrm>
              <a:off x="7591188" y="3937637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55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1572;p59"/>
            <p:cNvSpPr/>
            <p:nvPr/>
          </p:nvSpPr>
          <p:spPr>
            <a:xfrm>
              <a:off x="7672667" y="3937637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1" y="0"/>
                    <a:pt x="0" y="72"/>
                    <a:pt x="0" y="155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55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573;p59"/>
            <p:cNvSpPr/>
            <p:nvPr/>
          </p:nvSpPr>
          <p:spPr>
            <a:xfrm>
              <a:off x="7835592" y="3937637"/>
              <a:ext cx="45131" cy="10248"/>
            </a:xfrm>
            <a:custGeom>
              <a:avLst/>
              <a:gdLst/>
              <a:ahLst/>
              <a:cxnLst/>
              <a:rect l="l" t="t" r="r" b="b"/>
              <a:pathLst>
                <a:path w="1418" h="322" extrusionOk="0">
                  <a:moveTo>
                    <a:pt x="155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55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574;p59"/>
            <p:cNvSpPr/>
            <p:nvPr/>
          </p:nvSpPr>
          <p:spPr>
            <a:xfrm>
              <a:off x="7591188" y="3984232"/>
              <a:ext cx="45481" cy="10662"/>
            </a:xfrm>
            <a:custGeom>
              <a:avLst/>
              <a:gdLst/>
              <a:ahLst/>
              <a:cxnLst/>
              <a:rect l="l" t="t" r="r" b="b"/>
              <a:pathLst>
                <a:path w="1429" h="335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262" y="334"/>
                  </a:lnTo>
                  <a:cubicBezTo>
                    <a:pt x="1346" y="334"/>
                    <a:pt x="1429" y="263"/>
                    <a:pt x="1429" y="168"/>
                  </a:cubicBezTo>
                  <a:cubicBezTo>
                    <a:pt x="1429" y="84"/>
                    <a:pt x="1346" y="1"/>
                    <a:pt x="1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575;p59"/>
            <p:cNvSpPr/>
            <p:nvPr/>
          </p:nvSpPr>
          <p:spPr>
            <a:xfrm>
              <a:off x="7754113" y="3984232"/>
              <a:ext cx="45513" cy="10662"/>
            </a:xfrm>
            <a:custGeom>
              <a:avLst/>
              <a:gdLst/>
              <a:ahLst/>
              <a:cxnLst/>
              <a:rect l="l" t="t" r="r" b="b"/>
              <a:pathLst>
                <a:path w="1430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576;p59"/>
            <p:cNvSpPr/>
            <p:nvPr/>
          </p:nvSpPr>
          <p:spPr>
            <a:xfrm>
              <a:off x="7591188" y="4030859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67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577;p59"/>
            <p:cNvSpPr/>
            <p:nvPr/>
          </p:nvSpPr>
          <p:spPr>
            <a:xfrm>
              <a:off x="7672667" y="4030859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67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78;p59"/>
            <p:cNvSpPr/>
            <p:nvPr/>
          </p:nvSpPr>
          <p:spPr>
            <a:xfrm>
              <a:off x="7835592" y="4030859"/>
              <a:ext cx="45131" cy="10248"/>
            </a:xfrm>
            <a:custGeom>
              <a:avLst/>
              <a:gdLst/>
              <a:ahLst/>
              <a:cxnLst/>
              <a:rect l="l" t="t" r="r" b="b"/>
              <a:pathLst>
                <a:path w="1418" h="322" extrusionOk="0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67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579;p59"/>
            <p:cNvSpPr/>
            <p:nvPr/>
          </p:nvSpPr>
          <p:spPr>
            <a:xfrm>
              <a:off x="7672667" y="4077073"/>
              <a:ext cx="45481" cy="10662"/>
            </a:xfrm>
            <a:custGeom>
              <a:avLst/>
              <a:gdLst/>
              <a:ahLst/>
              <a:cxnLst/>
              <a:rect l="l" t="t" r="r" b="b"/>
              <a:pathLst>
                <a:path w="1429" h="335" extrusionOk="0">
                  <a:moveTo>
                    <a:pt x="155" y="1"/>
                  </a:moveTo>
                  <a:cubicBezTo>
                    <a:pt x="71" y="1"/>
                    <a:pt x="0" y="84"/>
                    <a:pt x="0" y="168"/>
                  </a:cubicBezTo>
                  <a:cubicBezTo>
                    <a:pt x="0" y="263"/>
                    <a:pt x="71" y="334"/>
                    <a:pt x="155" y="334"/>
                  </a:cubicBezTo>
                  <a:lnTo>
                    <a:pt x="1262" y="334"/>
                  </a:lnTo>
                  <a:cubicBezTo>
                    <a:pt x="1345" y="334"/>
                    <a:pt x="1429" y="263"/>
                    <a:pt x="1429" y="168"/>
                  </a:cubicBezTo>
                  <a:cubicBezTo>
                    <a:pt x="1429" y="84"/>
                    <a:pt x="1345" y="1"/>
                    <a:pt x="1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580;p59"/>
            <p:cNvSpPr/>
            <p:nvPr/>
          </p:nvSpPr>
          <p:spPr>
            <a:xfrm>
              <a:off x="7754113" y="4077073"/>
              <a:ext cx="45513" cy="10662"/>
            </a:xfrm>
            <a:custGeom>
              <a:avLst/>
              <a:gdLst/>
              <a:ahLst/>
              <a:cxnLst/>
              <a:rect l="l" t="t" r="r" b="b"/>
              <a:pathLst>
                <a:path w="1430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581;p59"/>
            <p:cNvSpPr/>
            <p:nvPr/>
          </p:nvSpPr>
          <p:spPr>
            <a:xfrm>
              <a:off x="7835592" y="4077073"/>
              <a:ext cx="45131" cy="10662"/>
            </a:xfrm>
            <a:custGeom>
              <a:avLst/>
              <a:gdLst/>
              <a:ahLst/>
              <a:cxnLst/>
              <a:rect l="l" t="t" r="r" b="b"/>
              <a:pathLst>
                <a:path w="1418" h="335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1263" y="334"/>
                  </a:lnTo>
                  <a:cubicBezTo>
                    <a:pt x="1346" y="334"/>
                    <a:pt x="1418" y="263"/>
                    <a:pt x="1418" y="168"/>
                  </a:cubicBezTo>
                  <a:cubicBezTo>
                    <a:pt x="1418" y="84"/>
                    <a:pt x="1346" y="1"/>
                    <a:pt x="1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582;p59"/>
            <p:cNvSpPr/>
            <p:nvPr/>
          </p:nvSpPr>
          <p:spPr>
            <a:xfrm>
              <a:off x="7672667" y="3972583"/>
              <a:ext cx="46245" cy="34055"/>
            </a:xfrm>
            <a:custGeom>
              <a:avLst/>
              <a:gdLst/>
              <a:ahLst/>
              <a:cxnLst/>
              <a:rect l="l" t="t" r="r" b="b"/>
              <a:pathLst>
                <a:path w="1453" h="1070" extrusionOk="0">
                  <a:moveTo>
                    <a:pt x="1262" y="1"/>
                  </a:moveTo>
                  <a:cubicBezTo>
                    <a:pt x="1217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5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22"/>
                  </a:lnTo>
                  <a:cubicBezTo>
                    <a:pt x="452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22"/>
                  </a:cubicBezTo>
                  <a:lnTo>
                    <a:pt x="1393" y="295"/>
                  </a:lnTo>
                  <a:cubicBezTo>
                    <a:pt x="1453" y="224"/>
                    <a:pt x="1453" y="117"/>
                    <a:pt x="1381" y="45"/>
                  </a:cubicBezTo>
                  <a:cubicBezTo>
                    <a:pt x="1351" y="16"/>
                    <a:pt x="1307" y="1"/>
                    <a:pt x="1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1583;p59"/>
            <p:cNvSpPr/>
            <p:nvPr/>
          </p:nvSpPr>
          <p:spPr>
            <a:xfrm>
              <a:off x="7835592" y="3972583"/>
              <a:ext cx="45895" cy="34055"/>
            </a:xfrm>
            <a:custGeom>
              <a:avLst/>
              <a:gdLst/>
              <a:ahLst/>
              <a:cxnLst/>
              <a:rect l="l" t="t" r="r" b="b"/>
              <a:pathLst>
                <a:path w="1442" h="1070" extrusionOk="0">
                  <a:moveTo>
                    <a:pt x="1263" y="1"/>
                  </a:moveTo>
                  <a:cubicBezTo>
                    <a:pt x="1218" y="1"/>
                    <a:pt x="1173" y="16"/>
                    <a:pt x="1144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9" y="385"/>
                    <a:pt x="224" y="370"/>
                    <a:pt x="179" y="370"/>
                  </a:cubicBezTo>
                  <a:cubicBezTo>
                    <a:pt x="135" y="370"/>
                    <a:pt x="90" y="385"/>
                    <a:pt x="60" y="415"/>
                  </a:cubicBezTo>
                  <a:cubicBezTo>
                    <a:pt x="1" y="474"/>
                    <a:pt x="1" y="593"/>
                    <a:pt x="60" y="653"/>
                  </a:cubicBezTo>
                  <a:lnTo>
                    <a:pt x="429" y="1022"/>
                  </a:lnTo>
                  <a:cubicBezTo>
                    <a:pt x="453" y="1057"/>
                    <a:pt x="501" y="1069"/>
                    <a:pt x="548" y="1069"/>
                  </a:cubicBezTo>
                  <a:cubicBezTo>
                    <a:pt x="596" y="1069"/>
                    <a:pt x="632" y="1057"/>
                    <a:pt x="667" y="1022"/>
                  </a:cubicBezTo>
                  <a:lnTo>
                    <a:pt x="1394" y="295"/>
                  </a:lnTo>
                  <a:cubicBezTo>
                    <a:pt x="1441" y="224"/>
                    <a:pt x="1441" y="117"/>
                    <a:pt x="1382" y="45"/>
                  </a:cubicBezTo>
                  <a:cubicBezTo>
                    <a:pt x="1352" y="16"/>
                    <a:pt x="1307" y="1"/>
                    <a:pt x="1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1584;p59"/>
            <p:cNvSpPr/>
            <p:nvPr/>
          </p:nvSpPr>
          <p:spPr>
            <a:xfrm>
              <a:off x="7754113" y="4019592"/>
              <a:ext cx="46277" cy="34024"/>
            </a:xfrm>
            <a:custGeom>
              <a:avLst/>
              <a:gdLst/>
              <a:ahLst/>
              <a:cxnLst/>
              <a:rect l="l" t="t" r="r" b="b"/>
              <a:pathLst>
                <a:path w="1454" h="1069" extrusionOk="0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52"/>
                  </a:lnTo>
                  <a:lnTo>
                    <a:pt x="299" y="414"/>
                  </a:lnTo>
                  <a:cubicBezTo>
                    <a:pt x="269" y="384"/>
                    <a:pt x="224" y="369"/>
                    <a:pt x="179" y="369"/>
                  </a:cubicBezTo>
                  <a:cubicBezTo>
                    <a:pt x="135" y="369"/>
                    <a:pt x="90" y="384"/>
                    <a:pt x="60" y="414"/>
                  </a:cubicBezTo>
                  <a:cubicBezTo>
                    <a:pt x="1" y="473"/>
                    <a:pt x="1" y="593"/>
                    <a:pt x="60" y="652"/>
                  </a:cubicBezTo>
                  <a:lnTo>
                    <a:pt x="429" y="1021"/>
                  </a:lnTo>
                  <a:cubicBezTo>
                    <a:pt x="453" y="1057"/>
                    <a:pt x="501" y="1069"/>
                    <a:pt x="549" y="1069"/>
                  </a:cubicBezTo>
                  <a:cubicBezTo>
                    <a:pt x="596" y="1069"/>
                    <a:pt x="632" y="1057"/>
                    <a:pt x="668" y="1021"/>
                  </a:cubicBezTo>
                  <a:lnTo>
                    <a:pt x="1394" y="295"/>
                  </a:lnTo>
                  <a:cubicBezTo>
                    <a:pt x="1453" y="200"/>
                    <a:pt x="1453" y="104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1585;p59"/>
            <p:cNvSpPr/>
            <p:nvPr/>
          </p:nvSpPr>
          <p:spPr>
            <a:xfrm>
              <a:off x="7591188" y="4065806"/>
              <a:ext cx="46245" cy="34055"/>
            </a:xfrm>
            <a:custGeom>
              <a:avLst/>
              <a:gdLst/>
              <a:ahLst/>
              <a:cxnLst/>
              <a:rect l="l" t="t" r="r" b="b"/>
              <a:pathLst>
                <a:path w="1453" h="1070" extrusionOk="0">
                  <a:moveTo>
                    <a:pt x="1262" y="1"/>
                  </a:moveTo>
                  <a:cubicBezTo>
                    <a:pt x="1218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4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4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34"/>
                  </a:lnTo>
                  <a:cubicBezTo>
                    <a:pt x="453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34"/>
                  </a:cubicBezTo>
                  <a:lnTo>
                    <a:pt x="1393" y="295"/>
                  </a:lnTo>
                  <a:cubicBezTo>
                    <a:pt x="1453" y="224"/>
                    <a:pt x="1453" y="105"/>
                    <a:pt x="1381" y="45"/>
                  </a:cubicBezTo>
                  <a:cubicBezTo>
                    <a:pt x="1352" y="16"/>
                    <a:pt x="1307" y="1"/>
                    <a:pt x="1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1586;p59"/>
            <p:cNvSpPr/>
            <p:nvPr/>
          </p:nvSpPr>
          <p:spPr>
            <a:xfrm>
              <a:off x="7754113" y="3925988"/>
              <a:ext cx="46277" cy="34406"/>
            </a:xfrm>
            <a:custGeom>
              <a:avLst/>
              <a:gdLst/>
              <a:ahLst/>
              <a:cxnLst/>
              <a:rect l="l" t="t" r="r" b="b"/>
              <a:pathLst>
                <a:path w="1454" h="1081" extrusionOk="0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64"/>
                  </a:lnTo>
                  <a:lnTo>
                    <a:pt x="299" y="426"/>
                  </a:lnTo>
                  <a:cubicBezTo>
                    <a:pt x="269" y="396"/>
                    <a:pt x="224" y="381"/>
                    <a:pt x="179" y="381"/>
                  </a:cubicBezTo>
                  <a:cubicBezTo>
                    <a:pt x="135" y="381"/>
                    <a:pt x="90" y="396"/>
                    <a:pt x="60" y="426"/>
                  </a:cubicBezTo>
                  <a:cubicBezTo>
                    <a:pt x="1" y="486"/>
                    <a:pt x="1" y="605"/>
                    <a:pt x="60" y="664"/>
                  </a:cubicBezTo>
                  <a:lnTo>
                    <a:pt x="429" y="1033"/>
                  </a:lnTo>
                  <a:cubicBezTo>
                    <a:pt x="453" y="1057"/>
                    <a:pt x="501" y="1081"/>
                    <a:pt x="549" y="1081"/>
                  </a:cubicBezTo>
                  <a:cubicBezTo>
                    <a:pt x="596" y="1081"/>
                    <a:pt x="632" y="1057"/>
                    <a:pt x="668" y="1033"/>
                  </a:cubicBezTo>
                  <a:lnTo>
                    <a:pt x="1394" y="307"/>
                  </a:lnTo>
                  <a:cubicBezTo>
                    <a:pt x="1453" y="224"/>
                    <a:pt x="1453" y="128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914" y="586543"/>
            <a:ext cx="7749086" cy="578228"/>
          </a:xfrm>
        </p:spPr>
        <p:txBody>
          <a:bodyPr/>
          <a:lstStyle/>
          <a:p>
            <a:r>
              <a:rPr lang="en-US" dirty="0" smtClean="0"/>
              <a:t>API TESTING </a:t>
            </a:r>
            <a:r>
              <a:rPr lang="en-US" dirty="0" smtClean="0">
                <a:solidFill>
                  <a:schemeClr val="bg1"/>
                </a:solidFill>
              </a:rPr>
              <a:t>(POSTMAN)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50" name="Title 1"/>
          <p:cNvSpPr txBox="1">
            <a:spLocks/>
          </p:cNvSpPr>
          <p:nvPr/>
        </p:nvSpPr>
        <p:spPr>
          <a:xfrm>
            <a:off x="653143" y="1077684"/>
            <a:ext cx="7770857" cy="6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real work &amp; it includes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2" name="Title 1"/>
          <p:cNvSpPr txBox="1">
            <a:spLocks/>
          </p:cNvSpPr>
          <p:nvPr/>
        </p:nvSpPr>
        <p:spPr>
          <a:xfrm>
            <a:off x="3624171" y="1564024"/>
            <a:ext cx="1828800" cy="122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endpoint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Method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Body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Code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Assertion Result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4" name="Google Shape;1547;p41"/>
          <p:cNvSpPr txBox="1"/>
          <p:nvPr/>
        </p:nvSpPr>
        <p:spPr>
          <a:xfrm>
            <a:off x="2185858" y="3192081"/>
            <a:ext cx="4998713" cy="57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n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NOTE: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This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API test ensures correct response and data accuracy.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bg1"/>
                </a:solidFill>
              </a:rPr>
              <a:t>BUG</a:t>
            </a:r>
            <a:r>
              <a:rPr lang="en" dirty="0" smtClean="0"/>
              <a:t> REPORTING &amp; </a:t>
            </a:r>
            <a:r>
              <a:rPr lang="en" dirty="0" smtClean="0">
                <a:solidFill>
                  <a:schemeClr val="bg1"/>
                </a:solidFill>
              </a:rPr>
              <a:t>DEFECT </a:t>
            </a:r>
            <a:r>
              <a:rPr lang="en" dirty="0" smtClean="0"/>
              <a:t>MANAG</a:t>
            </a:r>
            <a:r>
              <a:rPr lang="en-US" dirty="0" smtClean="0"/>
              <a:t>E</a:t>
            </a:r>
            <a:r>
              <a:rPr lang="en" dirty="0" smtClean="0"/>
              <a:t>MENT OVER</a:t>
            </a:r>
            <a:r>
              <a:rPr lang="en" dirty="0" smtClean="0">
                <a:solidFill>
                  <a:schemeClr val="bg1"/>
                </a:solidFill>
              </a:rPr>
              <a:t>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57" name="Google Shape;1457;p37"/>
          <p:cNvSpPr/>
          <p:nvPr/>
        </p:nvSpPr>
        <p:spPr>
          <a:xfrm>
            <a:off x="3813750" y="2994736"/>
            <a:ext cx="45015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DEFECT TYPES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458" name="Google Shape;1458;p37"/>
          <p:cNvSpPr/>
          <p:nvPr/>
        </p:nvSpPr>
        <p:spPr>
          <a:xfrm>
            <a:off x="3813750" y="2264471"/>
            <a:ext cx="45015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TOTAL DEFECTS LOGGED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459" name="Google Shape;1459;p37"/>
          <p:cNvSpPr/>
          <p:nvPr/>
        </p:nvSpPr>
        <p:spPr>
          <a:xfrm>
            <a:off x="3813750" y="1439721"/>
            <a:ext cx="45015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TOOL USED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460" name="Google Shape;1460;p37"/>
          <p:cNvSpPr txBox="1">
            <a:spLocks noGrp="1"/>
          </p:cNvSpPr>
          <p:nvPr>
            <p:ph type="subTitle" idx="4294967295"/>
          </p:nvPr>
        </p:nvSpPr>
        <p:spPr>
          <a:xfrm>
            <a:off x="3813750" y="2542175"/>
            <a:ext cx="45015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5-7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1" name="Google Shape;1461;p37"/>
          <p:cNvSpPr txBox="1">
            <a:spLocks noGrp="1"/>
          </p:cNvSpPr>
          <p:nvPr>
            <p:ph type="subTitle" idx="4294967295"/>
          </p:nvPr>
        </p:nvSpPr>
        <p:spPr>
          <a:xfrm>
            <a:off x="3813750" y="1713863"/>
            <a:ext cx="45015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2" name="Google Shape;1462;p37"/>
          <p:cNvSpPr txBox="1">
            <a:spLocks noGrp="1"/>
          </p:cNvSpPr>
          <p:nvPr>
            <p:ph type="subTitle" idx="4294967295"/>
          </p:nvPr>
        </p:nvSpPr>
        <p:spPr>
          <a:xfrm>
            <a:off x="3813750" y="3262708"/>
            <a:ext cx="4501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60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  <a:p>
            <a:pPr marL="228600" lvl="0" indent="-2260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</a:p>
          <a:p>
            <a:pPr marL="228600" lvl="0" indent="-2260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63" name="Google Shape;1463;p37"/>
          <p:cNvPicPr preferRelativeResize="0"/>
          <p:nvPr/>
        </p:nvPicPr>
        <p:blipFill rotWithShape="1">
          <a:blip r:embed="rId3">
            <a:alphaModFix/>
          </a:blip>
          <a:srcRect l="21845" r="21851"/>
          <a:stretch/>
        </p:blipFill>
        <p:spPr>
          <a:xfrm>
            <a:off x="857925" y="1313875"/>
            <a:ext cx="2803800" cy="28011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547;p41"/>
          <p:cNvSpPr txBox="1"/>
          <p:nvPr/>
        </p:nvSpPr>
        <p:spPr>
          <a:xfrm>
            <a:off x="2202958" y="4220646"/>
            <a:ext cx="4738083" cy="63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n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NOTE: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All defects follow a standard reporting format.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36"/>
          <p:cNvSpPr txBox="1">
            <a:spLocks noGrp="1"/>
          </p:cNvSpPr>
          <p:nvPr>
            <p:ph type="subTitle" idx="1"/>
          </p:nvPr>
        </p:nvSpPr>
        <p:spPr>
          <a:xfrm>
            <a:off x="1457956" y="1467415"/>
            <a:ext cx="6228087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improved our practical understanding.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8" name="Google Shape;1448;p36"/>
          <p:cNvSpPr txBox="1">
            <a:spLocks noGrp="1"/>
          </p:cNvSpPr>
          <p:nvPr>
            <p:ph type="title"/>
          </p:nvPr>
        </p:nvSpPr>
        <p:spPr>
          <a:xfrm>
            <a:off x="730885" y="7757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CHALLENGES FACED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898360"/>
              </p:ext>
            </p:extLst>
          </p:nvPr>
        </p:nvGraphicFramePr>
        <p:xfrm>
          <a:off x="3004456" y="1889215"/>
          <a:ext cx="3156857" cy="1496244"/>
        </p:xfrm>
        <a:graphic>
          <a:graphicData uri="http://schemas.openxmlformats.org/drawingml/2006/table">
            <a:tbl>
              <a:tblPr firstRow="1" bandRow="1">
                <a:tableStyleId>{F8FEBC1B-22D3-4139-B788-55CDEE6F40AF}</a:tableStyleId>
              </a:tblPr>
              <a:tblGrid>
                <a:gridCol w="3156857">
                  <a:extLst>
                    <a:ext uri="{9D8B030D-6E8A-4147-A177-3AD203B41FA5}">
                      <a16:colId xmlns:a16="http://schemas.microsoft.com/office/drawing/2014/main" val="1910944826"/>
                    </a:ext>
                  </a:extLst>
                </a:gridCol>
              </a:tblGrid>
              <a:tr h="37406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elements in automation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2394"/>
                  </a:ext>
                </a:extLst>
              </a:tr>
              <a:tr h="37406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in APIs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65328"/>
                  </a:ext>
                </a:extLst>
              </a:tr>
              <a:tr h="37406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handling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429024"/>
                  </a:ext>
                </a:extLst>
              </a:tr>
              <a:tr h="37406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dependency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32186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4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FUTURE </a:t>
            </a:r>
            <a:r>
              <a:rPr lang="en" dirty="0" smtClean="0">
                <a:solidFill>
                  <a:schemeClr val="bg1"/>
                </a:solidFill>
              </a:rPr>
              <a:t>IMPROVEMENT</a:t>
            </a:r>
            <a:endParaRPr b="0" dirty="0">
              <a:solidFill>
                <a:schemeClr val="bg1"/>
              </a:solidFill>
            </a:endParaRPr>
          </a:p>
        </p:txBody>
      </p:sp>
      <p:sp>
        <p:nvSpPr>
          <p:cNvPr id="2303" name="Google Shape;2303;p45"/>
          <p:cNvSpPr txBox="1">
            <a:spLocks noGrp="1"/>
          </p:cNvSpPr>
          <p:nvPr>
            <p:ph type="subTitle" idx="2"/>
          </p:nvPr>
        </p:nvSpPr>
        <p:spPr>
          <a:xfrm>
            <a:off x="5062650" y="2071675"/>
            <a:ext cx="2948486" cy="595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27" name="Google Shape;2327;p45"/>
          <p:cNvGrpSpPr/>
          <p:nvPr/>
        </p:nvGrpSpPr>
        <p:grpSpPr>
          <a:xfrm rot="5400000">
            <a:off x="2931801" y="2548190"/>
            <a:ext cx="3280348" cy="219418"/>
            <a:chOff x="2960748" y="4106478"/>
            <a:chExt cx="1901982" cy="127221"/>
          </a:xfrm>
        </p:grpSpPr>
        <p:sp>
          <p:nvSpPr>
            <p:cNvPr id="2328" name="Google Shape;2328;p45"/>
            <p:cNvSpPr/>
            <p:nvPr/>
          </p:nvSpPr>
          <p:spPr>
            <a:xfrm>
              <a:off x="2973423" y="4106478"/>
              <a:ext cx="1889307" cy="113870"/>
            </a:xfrm>
            <a:custGeom>
              <a:avLst/>
              <a:gdLst/>
              <a:ahLst/>
              <a:cxnLst/>
              <a:rect l="l" t="t" r="r" b="b"/>
              <a:pathLst>
                <a:path w="67379" h="4061" extrusionOk="0">
                  <a:moveTo>
                    <a:pt x="35624" y="0"/>
                  </a:moveTo>
                  <a:cubicBezTo>
                    <a:pt x="35577" y="0"/>
                    <a:pt x="35541" y="12"/>
                    <a:pt x="35517" y="48"/>
                  </a:cubicBezTo>
                  <a:lnTo>
                    <a:pt x="31790" y="3762"/>
                  </a:lnTo>
                  <a:lnTo>
                    <a:pt x="156" y="3762"/>
                  </a:lnTo>
                  <a:cubicBezTo>
                    <a:pt x="60" y="3762"/>
                    <a:pt x="1" y="3822"/>
                    <a:pt x="1" y="3917"/>
                  </a:cubicBezTo>
                  <a:cubicBezTo>
                    <a:pt x="1" y="4001"/>
                    <a:pt x="60" y="4060"/>
                    <a:pt x="156" y="4060"/>
                  </a:cubicBezTo>
                  <a:lnTo>
                    <a:pt x="31850" y="4060"/>
                  </a:lnTo>
                  <a:cubicBezTo>
                    <a:pt x="31898" y="4060"/>
                    <a:pt x="31933" y="4048"/>
                    <a:pt x="31957" y="4024"/>
                  </a:cubicBezTo>
                  <a:lnTo>
                    <a:pt x="35684" y="298"/>
                  </a:lnTo>
                  <a:lnTo>
                    <a:pt x="67235" y="298"/>
                  </a:lnTo>
                  <a:cubicBezTo>
                    <a:pt x="67319" y="298"/>
                    <a:pt x="67378" y="238"/>
                    <a:pt x="67378" y="155"/>
                  </a:cubicBezTo>
                  <a:cubicBezTo>
                    <a:pt x="67378" y="60"/>
                    <a:pt x="67319" y="0"/>
                    <a:pt x="67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/>
            <p:cNvSpPr/>
            <p:nvPr/>
          </p:nvSpPr>
          <p:spPr>
            <a:xfrm>
              <a:off x="2962739" y="4199939"/>
              <a:ext cx="31741" cy="31741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560" y="1"/>
                  </a:moveTo>
                  <a:cubicBezTo>
                    <a:pt x="251" y="1"/>
                    <a:pt x="1" y="251"/>
                    <a:pt x="1" y="572"/>
                  </a:cubicBezTo>
                  <a:cubicBezTo>
                    <a:pt x="1" y="882"/>
                    <a:pt x="251" y="1132"/>
                    <a:pt x="560" y="1132"/>
                  </a:cubicBezTo>
                  <a:cubicBezTo>
                    <a:pt x="882" y="1132"/>
                    <a:pt x="1132" y="882"/>
                    <a:pt x="1132" y="572"/>
                  </a:cubicBezTo>
                  <a:cubicBezTo>
                    <a:pt x="1132" y="251"/>
                    <a:pt x="882" y="1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/>
            <p:cNvSpPr/>
            <p:nvPr/>
          </p:nvSpPr>
          <p:spPr>
            <a:xfrm>
              <a:off x="2960748" y="4197948"/>
              <a:ext cx="35751" cy="35751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1" y="167"/>
                  </a:moveTo>
                  <a:cubicBezTo>
                    <a:pt x="905" y="167"/>
                    <a:pt x="1131" y="381"/>
                    <a:pt x="1131" y="655"/>
                  </a:cubicBezTo>
                  <a:cubicBezTo>
                    <a:pt x="1131" y="917"/>
                    <a:pt x="905" y="1143"/>
                    <a:pt x="631" y="1143"/>
                  </a:cubicBezTo>
                  <a:cubicBezTo>
                    <a:pt x="369" y="1143"/>
                    <a:pt x="143" y="917"/>
                    <a:pt x="143" y="655"/>
                  </a:cubicBezTo>
                  <a:cubicBezTo>
                    <a:pt x="143" y="381"/>
                    <a:pt x="369" y="167"/>
                    <a:pt x="631" y="167"/>
                  </a:cubicBezTo>
                  <a:close/>
                  <a:moveTo>
                    <a:pt x="631" y="0"/>
                  </a:moveTo>
                  <a:cubicBezTo>
                    <a:pt x="298" y="0"/>
                    <a:pt x="0" y="286"/>
                    <a:pt x="0" y="643"/>
                  </a:cubicBezTo>
                  <a:cubicBezTo>
                    <a:pt x="0" y="1001"/>
                    <a:pt x="298" y="1274"/>
                    <a:pt x="631" y="1274"/>
                  </a:cubicBezTo>
                  <a:cubicBezTo>
                    <a:pt x="977" y="1274"/>
                    <a:pt x="1274" y="1001"/>
                    <a:pt x="1274" y="643"/>
                  </a:cubicBezTo>
                  <a:cubicBezTo>
                    <a:pt x="1274" y="298"/>
                    <a:pt x="989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5"/>
            <p:cNvSpPr/>
            <p:nvPr/>
          </p:nvSpPr>
          <p:spPr>
            <a:xfrm>
              <a:off x="4336584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8" y="0"/>
                  </a:moveTo>
                  <a:cubicBezTo>
                    <a:pt x="3219" y="0"/>
                    <a:pt x="3198" y="6"/>
                    <a:pt x="3180" y="18"/>
                  </a:cubicBezTo>
                  <a:lnTo>
                    <a:pt x="25" y="3173"/>
                  </a:lnTo>
                  <a:cubicBezTo>
                    <a:pt x="1" y="3209"/>
                    <a:pt x="1" y="3256"/>
                    <a:pt x="25" y="3280"/>
                  </a:cubicBezTo>
                  <a:cubicBezTo>
                    <a:pt x="49" y="3292"/>
                    <a:pt x="72" y="3292"/>
                    <a:pt x="84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5"/>
            <p:cNvSpPr/>
            <p:nvPr/>
          </p:nvSpPr>
          <p:spPr>
            <a:xfrm>
              <a:off x="4301533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8" y="0"/>
                  </a:moveTo>
                  <a:cubicBezTo>
                    <a:pt x="3218" y="0"/>
                    <a:pt x="3198" y="6"/>
                    <a:pt x="3180" y="18"/>
                  </a:cubicBezTo>
                  <a:lnTo>
                    <a:pt x="25" y="3173"/>
                  </a:lnTo>
                  <a:cubicBezTo>
                    <a:pt x="1" y="3209"/>
                    <a:pt x="1" y="3256"/>
                    <a:pt x="25" y="3280"/>
                  </a:cubicBezTo>
                  <a:cubicBezTo>
                    <a:pt x="48" y="3292"/>
                    <a:pt x="72" y="3292"/>
                    <a:pt x="84" y="3292"/>
                  </a:cubicBezTo>
                  <a:cubicBezTo>
                    <a:pt x="120" y="3292"/>
                    <a:pt x="132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5"/>
            <p:cNvSpPr/>
            <p:nvPr/>
          </p:nvSpPr>
          <p:spPr>
            <a:xfrm>
              <a:off x="4266818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1" y="3209"/>
                    <a:pt x="1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2" y="101"/>
                    <a:pt x="3322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5"/>
            <p:cNvSpPr/>
            <p:nvPr/>
          </p:nvSpPr>
          <p:spPr>
            <a:xfrm>
              <a:off x="4231767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31" y="3292"/>
                    <a:pt x="131" y="3280"/>
                  </a:cubicBezTo>
                  <a:lnTo>
                    <a:pt x="3287" y="125"/>
                  </a:lnTo>
                  <a:cubicBezTo>
                    <a:pt x="3322" y="101"/>
                    <a:pt x="3322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5"/>
            <p:cNvSpPr/>
            <p:nvPr/>
          </p:nvSpPr>
          <p:spPr>
            <a:xfrm>
              <a:off x="4197052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4" y="3292"/>
                    <a:pt x="95" y="3292"/>
                  </a:cubicBezTo>
                  <a:cubicBezTo>
                    <a:pt x="107" y="3292"/>
                    <a:pt x="119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0" y="6"/>
                    <a:pt x="3260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5"/>
            <p:cNvSpPr/>
            <p:nvPr/>
          </p:nvSpPr>
          <p:spPr>
            <a:xfrm>
              <a:off x="4162000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3" y="3292"/>
                    <a:pt x="95" y="3292"/>
                  </a:cubicBezTo>
                  <a:cubicBezTo>
                    <a:pt x="107" y="3292"/>
                    <a:pt x="143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0" y="6"/>
                    <a:pt x="3259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5"/>
            <p:cNvSpPr/>
            <p:nvPr/>
          </p:nvSpPr>
          <p:spPr>
            <a:xfrm>
              <a:off x="4127594" y="4128013"/>
              <a:ext cx="92840" cy="92336"/>
            </a:xfrm>
            <a:custGeom>
              <a:avLst/>
              <a:gdLst/>
              <a:ahLst/>
              <a:cxnLst/>
              <a:rect l="l" t="t" r="r" b="b"/>
              <a:pathLst>
                <a:path w="3311" h="3293" extrusionOk="0">
                  <a:moveTo>
                    <a:pt x="3233" y="0"/>
                  </a:moveTo>
                  <a:cubicBezTo>
                    <a:pt x="3215" y="0"/>
                    <a:pt x="3197" y="6"/>
                    <a:pt x="3180" y="18"/>
                  </a:cubicBezTo>
                  <a:lnTo>
                    <a:pt x="24" y="3173"/>
                  </a:lnTo>
                  <a:cubicBezTo>
                    <a:pt x="1" y="3209"/>
                    <a:pt x="1" y="3256"/>
                    <a:pt x="24" y="3280"/>
                  </a:cubicBezTo>
                  <a:cubicBezTo>
                    <a:pt x="36" y="3292"/>
                    <a:pt x="72" y="3292"/>
                    <a:pt x="84" y="3292"/>
                  </a:cubicBezTo>
                  <a:cubicBezTo>
                    <a:pt x="96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11" y="101"/>
                    <a:pt x="3311" y="54"/>
                    <a:pt x="3287" y="18"/>
                  </a:cubicBezTo>
                  <a:cubicBezTo>
                    <a:pt x="3269" y="6"/>
                    <a:pt x="3251" y="0"/>
                    <a:pt x="3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5"/>
            <p:cNvSpPr/>
            <p:nvPr/>
          </p:nvSpPr>
          <p:spPr>
            <a:xfrm>
              <a:off x="4092543" y="4128013"/>
              <a:ext cx="92840" cy="92336"/>
            </a:xfrm>
            <a:custGeom>
              <a:avLst/>
              <a:gdLst/>
              <a:ahLst/>
              <a:cxnLst/>
              <a:rect l="l" t="t" r="r" b="b"/>
              <a:pathLst>
                <a:path w="3311" h="3293" extrusionOk="0">
                  <a:moveTo>
                    <a:pt x="3233" y="0"/>
                  </a:moveTo>
                  <a:cubicBezTo>
                    <a:pt x="3215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1" y="3209"/>
                    <a:pt x="1" y="3256"/>
                    <a:pt x="24" y="3280"/>
                  </a:cubicBezTo>
                  <a:cubicBezTo>
                    <a:pt x="36" y="3292"/>
                    <a:pt x="72" y="3292"/>
                    <a:pt x="84" y="3292"/>
                  </a:cubicBezTo>
                  <a:cubicBezTo>
                    <a:pt x="96" y="3292"/>
                    <a:pt x="131" y="3292"/>
                    <a:pt x="131" y="3280"/>
                  </a:cubicBezTo>
                  <a:lnTo>
                    <a:pt x="3287" y="125"/>
                  </a:lnTo>
                  <a:cubicBezTo>
                    <a:pt x="3310" y="101"/>
                    <a:pt x="3310" y="54"/>
                    <a:pt x="3287" y="18"/>
                  </a:cubicBezTo>
                  <a:cubicBezTo>
                    <a:pt x="3269" y="6"/>
                    <a:pt x="3251" y="0"/>
                    <a:pt x="3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5"/>
            <p:cNvSpPr/>
            <p:nvPr/>
          </p:nvSpPr>
          <p:spPr>
            <a:xfrm>
              <a:off x="4057828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7" y="0"/>
                  </a:moveTo>
                  <a:cubicBezTo>
                    <a:pt x="3218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0" y="3209"/>
                    <a:pt x="0" y="3256"/>
                    <a:pt x="24" y="3280"/>
                  </a:cubicBezTo>
                  <a:cubicBezTo>
                    <a:pt x="48" y="3292"/>
                    <a:pt x="72" y="3292"/>
                    <a:pt x="84" y="3292"/>
                  </a:cubicBezTo>
                  <a:cubicBezTo>
                    <a:pt x="107" y="3292"/>
                    <a:pt x="119" y="3292"/>
                    <a:pt x="131" y="3280"/>
                  </a:cubicBezTo>
                  <a:lnTo>
                    <a:pt x="3286" y="125"/>
                  </a:lnTo>
                  <a:cubicBezTo>
                    <a:pt x="3322" y="101"/>
                    <a:pt x="3322" y="54"/>
                    <a:pt x="3286" y="18"/>
                  </a:cubicBezTo>
                  <a:cubicBezTo>
                    <a:pt x="3274" y="6"/>
                    <a:pt x="3257" y="0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5"/>
            <p:cNvSpPr/>
            <p:nvPr/>
          </p:nvSpPr>
          <p:spPr>
            <a:xfrm>
              <a:off x="4022776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37" y="0"/>
                  </a:moveTo>
                  <a:cubicBezTo>
                    <a:pt x="3218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0" y="3209"/>
                    <a:pt x="0" y="3256"/>
                    <a:pt x="24" y="3280"/>
                  </a:cubicBezTo>
                  <a:cubicBezTo>
                    <a:pt x="48" y="3292"/>
                    <a:pt x="72" y="3292"/>
                    <a:pt x="83" y="3292"/>
                  </a:cubicBezTo>
                  <a:cubicBezTo>
                    <a:pt x="107" y="3292"/>
                    <a:pt x="131" y="3292"/>
                    <a:pt x="131" y="3280"/>
                  </a:cubicBezTo>
                  <a:lnTo>
                    <a:pt x="3286" y="125"/>
                  </a:lnTo>
                  <a:cubicBezTo>
                    <a:pt x="3322" y="101"/>
                    <a:pt x="3322" y="54"/>
                    <a:pt x="3286" y="18"/>
                  </a:cubicBezTo>
                  <a:cubicBezTo>
                    <a:pt x="3274" y="6"/>
                    <a:pt x="3256" y="0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5"/>
            <p:cNvSpPr/>
            <p:nvPr/>
          </p:nvSpPr>
          <p:spPr>
            <a:xfrm>
              <a:off x="3988033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4" y="6"/>
                    <a:pt x="3192" y="18"/>
                  </a:cubicBezTo>
                  <a:lnTo>
                    <a:pt x="37" y="3173"/>
                  </a:lnTo>
                  <a:cubicBezTo>
                    <a:pt x="1" y="3209"/>
                    <a:pt x="1" y="3256"/>
                    <a:pt x="37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5"/>
            <p:cNvSpPr/>
            <p:nvPr/>
          </p:nvSpPr>
          <p:spPr>
            <a:xfrm>
              <a:off x="3952982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2" y="18"/>
                  </a:cubicBezTo>
                  <a:lnTo>
                    <a:pt x="36" y="3173"/>
                  </a:lnTo>
                  <a:cubicBezTo>
                    <a:pt x="1" y="3209"/>
                    <a:pt x="1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32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5"/>
            <p:cNvSpPr/>
            <p:nvPr/>
          </p:nvSpPr>
          <p:spPr>
            <a:xfrm>
              <a:off x="3918267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4" y="3292"/>
                    <a:pt x="96" y="3292"/>
                  </a:cubicBezTo>
                  <a:cubicBezTo>
                    <a:pt x="108" y="3292"/>
                    <a:pt x="120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1" y="6"/>
                    <a:pt x="3260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8704;p72"/>
          <p:cNvGrpSpPr/>
          <p:nvPr/>
        </p:nvGrpSpPr>
        <p:grpSpPr>
          <a:xfrm>
            <a:off x="884031" y="1851961"/>
            <a:ext cx="3045712" cy="1619019"/>
            <a:chOff x="834100" y="3642869"/>
            <a:chExt cx="1259483" cy="628426"/>
          </a:xfrm>
        </p:grpSpPr>
        <p:sp>
          <p:nvSpPr>
            <p:cNvPr id="67" name="Google Shape;8705;p72"/>
            <p:cNvSpPr/>
            <p:nvPr/>
          </p:nvSpPr>
          <p:spPr>
            <a:xfrm>
              <a:off x="1557115" y="4061516"/>
              <a:ext cx="127079" cy="163426"/>
            </a:xfrm>
            <a:custGeom>
              <a:avLst/>
              <a:gdLst/>
              <a:ahLst/>
              <a:cxnLst/>
              <a:rect l="l" t="t" r="r" b="b"/>
              <a:pathLst>
                <a:path w="28816" h="37079" fill="none" extrusionOk="0">
                  <a:moveTo>
                    <a:pt x="28815" y="37078"/>
                  </a:moveTo>
                  <a:lnTo>
                    <a:pt x="17922" y="37078"/>
                  </a:lnTo>
                  <a:cubicBezTo>
                    <a:pt x="14829" y="37078"/>
                    <a:pt x="14212" y="33613"/>
                    <a:pt x="14212" y="33613"/>
                  </a:cubicBezTo>
                  <a:lnTo>
                    <a:pt x="14212" y="10631"/>
                  </a:lnTo>
                  <a:lnTo>
                    <a:pt x="0" y="10631"/>
                  </a:ln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706;p72"/>
            <p:cNvSpPr/>
            <p:nvPr/>
          </p:nvSpPr>
          <p:spPr>
            <a:xfrm>
              <a:off x="1847875" y="4224937"/>
              <a:ext cx="161119" cy="4"/>
            </a:xfrm>
            <a:custGeom>
              <a:avLst/>
              <a:gdLst/>
              <a:ahLst/>
              <a:cxnLst/>
              <a:rect l="l" t="t" r="r" b="b"/>
              <a:pathLst>
                <a:path w="36535" h="1" fill="none" extrusionOk="0">
                  <a:moveTo>
                    <a:pt x="1" y="0"/>
                  </a:moveTo>
                  <a:lnTo>
                    <a:pt x="36535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707;p72"/>
            <p:cNvSpPr/>
            <p:nvPr/>
          </p:nvSpPr>
          <p:spPr>
            <a:xfrm>
              <a:off x="1684189" y="4176763"/>
              <a:ext cx="163690" cy="94532"/>
            </a:xfrm>
            <a:custGeom>
              <a:avLst/>
              <a:gdLst/>
              <a:ahLst/>
              <a:cxnLst/>
              <a:rect l="l" t="t" r="r" b="b"/>
              <a:pathLst>
                <a:path w="37118" h="21448" extrusionOk="0">
                  <a:moveTo>
                    <a:pt x="4950" y="1"/>
                  </a:moveTo>
                  <a:cubicBezTo>
                    <a:pt x="2218" y="1"/>
                    <a:pt x="0" y="2679"/>
                    <a:pt x="0" y="5984"/>
                  </a:cubicBezTo>
                  <a:lnTo>
                    <a:pt x="0" y="15461"/>
                  </a:lnTo>
                  <a:cubicBezTo>
                    <a:pt x="0" y="18766"/>
                    <a:pt x="2218" y="21447"/>
                    <a:pt x="4950" y="21447"/>
                  </a:cubicBezTo>
                  <a:lnTo>
                    <a:pt x="32168" y="21447"/>
                  </a:lnTo>
                  <a:cubicBezTo>
                    <a:pt x="34904" y="21447"/>
                    <a:pt x="37118" y="18766"/>
                    <a:pt x="37118" y="15461"/>
                  </a:cubicBezTo>
                  <a:lnTo>
                    <a:pt x="37118" y="5984"/>
                  </a:lnTo>
                  <a:cubicBezTo>
                    <a:pt x="37118" y="2679"/>
                    <a:pt x="34904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708;p72"/>
            <p:cNvSpPr/>
            <p:nvPr/>
          </p:nvSpPr>
          <p:spPr>
            <a:xfrm>
              <a:off x="1246916" y="3961205"/>
              <a:ext cx="77612" cy="4"/>
            </a:xfrm>
            <a:custGeom>
              <a:avLst/>
              <a:gdLst/>
              <a:ahLst/>
              <a:cxnLst/>
              <a:rect l="l" t="t" r="r" b="b"/>
              <a:pathLst>
                <a:path w="17599" h="1" fill="none" extrusionOk="0">
                  <a:moveTo>
                    <a:pt x="1759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709;p72"/>
            <p:cNvSpPr/>
            <p:nvPr/>
          </p:nvSpPr>
          <p:spPr>
            <a:xfrm>
              <a:off x="854078" y="3861292"/>
              <a:ext cx="154429" cy="4"/>
            </a:xfrm>
            <a:custGeom>
              <a:avLst/>
              <a:gdLst/>
              <a:ahLst/>
              <a:cxnLst/>
              <a:rect l="l" t="t" r="r" b="b"/>
              <a:pathLst>
                <a:path w="35018" h="1" fill="none" extrusionOk="0">
                  <a:moveTo>
                    <a:pt x="35017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710;p72"/>
            <p:cNvSpPr/>
            <p:nvPr/>
          </p:nvSpPr>
          <p:spPr>
            <a:xfrm>
              <a:off x="1164630" y="3861309"/>
              <a:ext cx="79574" cy="199792"/>
            </a:xfrm>
            <a:custGeom>
              <a:avLst/>
              <a:gdLst/>
              <a:ahLst/>
              <a:cxnLst/>
              <a:rect l="l" t="t" r="r" b="b"/>
              <a:pathLst>
                <a:path w="18044" h="45330" fill="none" extrusionOk="0">
                  <a:moveTo>
                    <a:pt x="0" y="45330"/>
                  </a:moveTo>
                  <a:lnTo>
                    <a:pt x="12418" y="45330"/>
                  </a:lnTo>
                  <a:cubicBezTo>
                    <a:pt x="15150" y="45330"/>
                    <a:pt x="18043" y="42619"/>
                    <a:pt x="18043" y="35634"/>
                  </a:cubicBezTo>
                  <a:lnTo>
                    <a:pt x="18043" y="9697"/>
                  </a:lnTo>
                  <a:cubicBezTo>
                    <a:pt x="18043" y="2711"/>
                    <a:pt x="15150" y="1"/>
                    <a:pt x="12418" y="1"/>
                  </a:cubicBezTo>
                  <a:lnTo>
                    <a:pt x="1715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711;p72"/>
            <p:cNvSpPr/>
            <p:nvPr/>
          </p:nvSpPr>
          <p:spPr>
            <a:xfrm>
              <a:off x="854078" y="4061097"/>
              <a:ext cx="146866" cy="4"/>
            </a:xfrm>
            <a:custGeom>
              <a:avLst/>
              <a:gdLst/>
              <a:ahLst/>
              <a:cxnLst/>
              <a:rect l="l" t="t" r="r" b="b"/>
              <a:pathLst>
                <a:path w="33303" h="1" fill="none" extrusionOk="0">
                  <a:moveTo>
                    <a:pt x="1" y="1"/>
                  </a:moveTo>
                  <a:lnTo>
                    <a:pt x="33303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712;p72"/>
            <p:cNvSpPr/>
            <p:nvPr/>
          </p:nvSpPr>
          <p:spPr>
            <a:xfrm>
              <a:off x="1000939" y="4005884"/>
              <a:ext cx="163695" cy="94514"/>
            </a:xfrm>
            <a:custGeom>
              <a:avLst/>
              <a:gdLst/>
              <a:ahLst/>
              <a:cxnLst/>
              <a:rect l="l" t="t" r="r" b="b"/>
              <a:pathLst>
                <a:path w="37119" h="21444" extrusionOk="0">
                  <a:moveTo>
                    <a:pt x="4947" y="1"/>
                  </a:moveTo>
                  <a:cubicBezTo>
                    <a:pt x="2215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5" y="21443"/>
                    <a:pt x="4947" y="21443"/>
                  </a:cubicBezTo>
                  <a:lnTo>
                    <a:pt x="32168" y="21443"/>
                  </a:lnTo>
                  <a:cubicBezTo>
                    <a:pt x="34901" y="21443"/>
                    <a:pt x="37118" y="18766"/>
                    <a:pt x="37118" y="15461"/>
                  </a:cubicBezTo>
                  <a:lnTo>
                    <a:pt x="37118" y="5983"/>
                  </a:lnTo>
                  <a:cubicBezTo>
                    <a:pt x="37118" y="2678"/>
                    <a:pt x="34901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713;p72"/>
            <p:cNvSpPr/>
            <p:nvPr/>
          </p:nvSpPr>
          <p:spPr>
            <a:xfrm>
              <a:off x="1008502" y="3822418"/>
              <a:ext cx="163690" cy="94528"/>
            </a:xfrm>
            <a:custGeom>
              <a:avLst/>
              <a:gdLst/>
              <a:ahLst/>
              <a:cxnLst/>
              <a:rect l="l" t="t" r="r" b="b"/>
              <a:pathLst>
                <a:path w="37118" h="21447" extrusionOk="0">
                  <a:moveTo>
                    <a:pt x="4951" y="0"/>
                  </a:moveTo>
                  <a:cubicBezTo>
                    <a:pt x="2218" y="0"/>
                    <a:pt x="0" y="2678"/>
                    <a:pt x="0" y="5983"/>
                  </a:cubicBezTo>
                  <a:lnTo>
                    <a:pt x="0" y="15460"/>
                  </a:lnTo>
                  <a:cubicBezTo>
                    <a:pt x="0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0" y="21446"/>
                    <a:pt x="37118" y="18765"/>
                    <a:pt x="37118" y="15460"/>
                  </a:cubicBezTo>
                  <a:lnTo>
                    <a:pt x="37118" y="5983"/>
                  </a:lnTo>
                  <a:cubicBezTo>
                    <a:pt x="37118" y="2678"/>
                    <a:pt x="34900" y="0"/>
                    <a:pt x="3216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714;p72"/>
            <p:cNvSpPr/>
            <p:nvPr/>
          </p:nvSpPr>
          <p:spPr>
            <a:xfrm>
              <a:off x="1603156" y="3961205"/>
              <a:ext cx="77612" cy="4"/>
            </a:xfrm>
            <a:custGeom>
              <a:avLst/>
              <a:gdLst/>
              <a:ahLst/>
              <a:cxnLst/>
              <a:rect l="l" t="t" r="r" b="b"/>
              <a:pathLst>
                <a:path w="17599" h="1" fill="none" extrusionOk="0">
                  <a:moveTo>
                    <a:pt x="1" y="0"/>
                  </a:moveTo>
                  <a:lnTo>
                    <a:pt x="17598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715;p72"/>
            <p:cNvSpPr/>
            <p:nvPr/>
          </p:nvSpPr>
          <p:spPr>
            <a:xfrm>
              <a:off x="1926576" y="3861292"/>
              <a:ext cx="144308" cy="4"/>
            </a:xfrm>
            <a:custGeom>
              <a:avLst/>
              <a:gdLst/>
              <a:ahLst/>
              <a:cxnLst/>
              <a:rect l="l" t="t" r="r" b="b"/>
              <a:pathLst>
                <a:path w="32723" h="1" fill="none" extrusionOk="0">
                  <a:moveTo>
                    <a:pt x="1" y="1"/>
                  </a:moveTo>
                  <a:lnTo>
                    <a:pt x="32723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8716;p72"/>
            <p:cNvSpPr/>
            <p:nvPr/>
          </p:nvSpPr>
          <p:spPr>
            <a:xfrm>
              <a:off x="1680763" y="3861309"/>
              <a:ext cx="82127" cy="199792"/>
            </a:xfrm>
            <a:custGeom>
              <a:avLst/>
              <a:gdLst/>
              <a:ahLst/>
              <a:cxnLst/>
              <a:rect l="l" t="t" r="r" b="b"/>
              <a:pathLst>
                <a:path w="18623" h="45330" fill="none" extrusionOk="0">
                  <a:moveTo>
                    <a:pt x="18623" y="45330"/>
                  </a:moveTo>
                  <a:lnTo>
                    <a:pt x="5625" y="45330"/>
                  </a:lnTo>
                  <a:cubicBezTo>
                    <a:pt x="2889" y="45330"/>
                    <a:pt x="0" y="42619"/>
                    <a:pt x="0" y="35634"/>
                  </a:cubicBezTo>
                  <a:lnTo>
                    <a:pt x="0" y="9697"/>
                  </a:lnTo>
                  <a:cubicBezTo>
                    <a:pt x="0" y="2711"/>
                    <a:pt x="2889" y="1"/>
                    <a:pt x="5625" y="1"/>
                  </a:cubicBezTo>
                  <a:lnTo>
                    <a:pt x="18623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8717;p72"/>
            <p:cNvSpPr/>
            <p:nvPr/>
          </p:nvSpPr>
          <p:spPr>
            <a:xfrm>
              <a:off x="1926576" y="4061097"/>
              <a:ext cx="144308" cy="4"/>
            </a:xfrm>
            <a:custGeom>
              <a:avLst/>
              <a:gdLst/>
              <a:ahLst/>
              <a:cxnLst/>
              <a:rect l="l" t="t" r="r" b="b"/>
              <a:pathLst>
                <a:path w="32723" h="1" fill="none" extrusionOk="0">
                  <a:moveTo>
                    <a:pt x="3272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718;p72"/>
            <p:cNvSpPr/>
            <p:nvPr/>
          </p:nvSpPr>
          <p:spPr>
            <a:xfrm>
              <a:off x="1762436" y="3822418"/>
              <a:ext cx="163677" cy="94528"/>
            </a:xfrm>
            <a:custGeom>
              <a:avLst/>
              <a:gdLst/>
              <a:ahLst/>
              <a:cxnLst/>
              <a:rect l="l" t="t" r="r" b="b"/>
              <a:pathLst>
                <a:path w="37115" h="21447" extrusionOk="0">
                  <a:moveTo>
                    <a:pt x="4951" y="0"/>
                  </a:moveTo>
                  <a:cubicBezTo>
                    <a:pt x="2215" y="0"/>
                    <a:pt x="1" y="2678"/>
                    <a:pt x="1" y="5983"/>
                  </a:cubicBezTo>
                  <a:lnTo>
                    <a:pt x="1" y="15460"/>
                  </a:lnTo>
                  <a:cubicBezTo>
                    <a:pt x="1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1" y="21446"/>
                    <a:pt x="37115" y="18765"/>
                    <a:pt x="37115" y="15460"/>
                  </a:cubicBezTo>
                  <a:lnTo>
                    <a:pt x="37115" y="5983"/>
                  </a:lnTo>
                  <a:cubicBezTo>
                    <a:pt x="37115" y="2678"/>
                    <a:pt x="34901" y="0"/>
                    <a:pt x="3216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719;p72"/>
            <p:cNvSpPr/>
            <p:nvPr/>
          </p:nvSpPr>
          <p:spPr>
            <a:xfrm>
              <a:off x="1762886" y="4005884"/>
              <a:ext cx="163695" cy="94514"/>
            </a:xfrm>
            <a:custGeom>
              <a:avLst/>
              <a:gdLst/>
              <a:ahLst/>
              <a:cxnLst/>
              <a:rect l="l" t="t" r="r" b="b"/>
              <a:pathLst>
                <a:path w="37119" h="21444" extrusionOk="0">
                  <a:moveTo>
                    <a:pt x="4951" y="1"/>
                  </a:moveTo>
                  <a:cubicBezTo>
                    <a:pt x="2219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9" y="21443"/>
                    <a:pt x="4951" y="21443"/>
                  </a:cubicBezTo>
                  <a:lnTo>
                    <a:pt x="32168" y="21443"/>
                  </a:lnTo>
                  <a:cubicBezTo>
                    <a:pt x="34901" y="21443"/>
                    <a:pt x="37119" y="18766"/>
                    <a:pt x="37119" y="15461"/>
                  </a:cubicBezTo>
                  <a:lnTo>
                    <a:pt x="37119" y="5983"/>
                  </a:lnTo>
                  <a:cubicBezTo>
                    <a:pt x="37119" y="2678"/>
                    <a:pt x="34901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720;p72"/>
            <p:cNvSpPr/>
            <p:nvPr/>
          </p:nvSpPr>
          <p:spPr>
            <a:xfrm>
              <a:off x="1325004" y="3820086"/>
              <a:ext cx="278558" cy="278382"/>
            </a:xfrm>
            <a:custGeom>
              <a:avLst/>
              <a:gdLst/>
              <a:ahLst/>
              <a:cxnLst/>
              <a:rect l="l" t="t" r="r" b="b"/>
              <a:pathLst>
                <a:path w="63165" h="63161" fill="none" extrusionOk="0">
                  <a:moveTo>
                    <a:pt x="63165" y="31580"/>
                  </a:moveTo>
                  <a:cubicBezTo>
                    <a:pt x="63165" y="49021"/>
                    <a:pt x="49025" y="63161"/>
                    <a:pt x="31585" y="63161"/>
                  </a:cubicBezTo>
                  <a:cubicBezTo>
                    <a:pt x="14140" y="63161"/>
                    <a:pt x="1" y="49021"/>
                    <a:pt x="1" y="31580"/>
                  </a:cubicBezTo>
                  <a:cubicBezTo>
                    <a:pt x="1" y="14140"/>
                    <a:pt x="14140" y="0"/>
                    <a:pt x="31585" y="0"/>
                  </a:cubicBezTo>
                  <a:cubicBezTo>
                    <a:pt x="49025" y="0"/>
                    <a:pt x="63165" y="14140"/>
                    <a:pt x="63165" y="3158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721;p72"/>
            <p:cNvSpPr/>
            <p:nvPr/>
          </p:nvSpPr>
          <p:spPr>
            <a:xfrm>
              <a:off x="1235816" y="3689223"/>
              <a:ext cx="134752" cy="171223"/>
            </a:xfrm>
            <a:custGeom>
              <a:avLst/>
              <a:gdLst/>
              <a:ahLst/>
              <a:cxnLst/>
              <a:rect l="l" t="t" r="r" b="b"/>
              <a:pathLst>
                <a:path w="30556" h="38848" fill="none" extrusionOk="0">
                  <a:moveTo>
                    <a:pt x="1" y="1"/>
                  </a:moveTo>
                  <a:lnTo>
                    <a:pt x="12633" y="1"/>
                  </a:lnTo>
                  <a:cubicBezTo>
                    <a:pt x="15723" y="1"/>
                    <a:pt x="16343" y="3466"/>
                    <a:pt x="16343" y="3466"/>
                  </a:cubicBezTo>
                  <a:lnTo>
                    <a:pt x="16343" y="26448"/>
                  </a:lnTo>
                  <a:lnTo>
                    <a:pt x="30556" y="26448"/>
                  </a:lnTo>
                  <a:lnTo>
                    <a:pt x="30556" y="38848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722;p72"/>
            <p:cNvSpPr/>
            <p:nvPr/>
          </p:nvSpPr>
          <p:spPr>
            <a:xfrm>
              <a:off x="910512" y="3689223"/>
              <a:ext cx="161618" cy="4"/>
            </a:xfrm>
            <a:custGeom>
              <a:avLst/>
              <a:gdLst/>
              <a:ahLst/>
              <a:cxnLst/>
              <a:rect l="l" t="t" r="r" b="b"/>
              <a:pathLst>
                <a:path w="36648" h="1" fill="none" extrusionOk="0">
                  <a:moveTo>
                    <a:pt x="36648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723;p72"/>
            <p:cNvSpPr/>
            <p:nvPr/>
          </p:nvSpPr>
          <p:spPr>
            <a:xfrm>
              <a:off x="1072126" y="3642869"/>
              <a:ext cx="163695" cy="94532"/>
            </a:xfrm>
            <a:custGeom>
              <a:avLst/>
              <a:gdLst/>
              <a:ahLst/>
              <a:cxnLst/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82"/>
                    <a:pt x="1" y="5987"/>
                  </a:cubicBezTo>
                  <a:lnTo>
                    <a:pt x="1" y="15464"/>
                  </a:lnTo>
                  <a:cubicBezTo>
                    <a:pt x="1" y="18769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9"/>
                    <a:pt x="37119" y="15464"/>
                  </a:cubicBezTo>
                  <a:lnTo>
                    <a:pt x="37119" y="5987"/>
                  </a:lnTo>
                  <a:cubicBezTo>
                    <a:pt x="37119" y="2682"/>
                    <a:pt x="34904" y="1"/>
                    <a:pt x="321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724;p72"/>
            <p:cNvSpPr/>
            <p:nvPr/>
          </p:nvSpPr>
          <p:spPr>
            <a:xfrm>
              <a:off x="1235913" y="4073301"/>
              <a:ext cx="134655" cy="151640"/>
            </a:xfrm>
            <a:custGeom>
              <a:avLst/>
              <a:gdLst/>
              <a:ahLst/>
              <a:cxnLst/>
              <a:rect l="l" t="t" r="r" b="b"/>
              <a:pathLst>
                <a:path w="30534" h="34405" fill="none" extrusionOk="0">
                  <a:moveTo>
                    <a:pt x="0" y="34404"/>
                  </a:moveTo>
                  <a:lnTo>
                    <a:pt x="12611" y="34404"/>
                  </a:lnTo>
                  <a:cubicBezTo>
                    <a:pt x="15705" y="34404"/>
                    <a:pt x="16325" y="30939"/>
                    <a:pt x="16325" y="30939"/>
                  </a:cubicBezTo>
                  <a:lnTo>
                    <a:pt x="16325" y="7957"/>
                  </a:lnTo>
                  <a:lnTo>
                    <a:pt x="30534" y="7957"/>
                  </a:lnTo>
                  <a:lnTo>
                    <a:pt x="30534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25;p72"/>
            <p:cNvSpPr/>
            <p:nvPr/>
          </p:nvSpPr>
          <p:spPr>
            <a:xfrm>
              <a:off x="910512" y="4224937"/>
              <a:ext cx="161618" cy="4"/>
            </a:xfrm>
            <a:custGeom>
              <a:avLst/>
              <a:gdLst/>
              <a:ahLst/>
              <a:cxnLst/>
              <a:rect l="l" t="t" r="r" b="b"/>
              <a:pathLst>
                <a:path w="36648" h="1" fill="none" extrusionOk="0">
                  <a:moveTo>
                    <a:pt x="3664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726;p72"/>
            <p:cNvSpPr/>
            <p:nvPr/>
          </p:nvSpPr>
          <p:spPr>
            <a:xfrm>
              <a:off x="1072126" y="4176763"/>
              <a:ext cx="163695" cy="94532"/>
            </a:xfrm>
            <a:custGeom>
              <a:avLst/>
              <a:gdLst/>
              <a:ahLst/>
              <a:cxnLst/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79"/>
                    <a:pt x="1" y="5984"/>
                  </a:cubicBezTo>
                  <a:lnTo>
                    <a:pt x="1" y="15461"/>
                  </a:lnTo>
                  <a:cubicBezTo>
                    <a:pt x="1" y="18766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6"/>
                    <a:pt x="37119" y="15461"/>
                  </a:cubicBezTo>
                  <a:lnTo>
                    <a:pt x="37119" y="5984"/>
                  </a:lnTo>
                  <a:cubicBezTo>
                    <a:pt x="37119" y="2679"/>
                    <a:pt x="34904" y="1"/>
                    <a:pt x="321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727;p72"/>
            <p:cNvSpPr/>
            <p:nvPr/>
          </p:nvSpPr>
          <p:spPr>
            <a:xfrm>
              <a:off x="1562328" y="3689223"/>
              <a:ext cx="128816" cy="171223"/>
            </a:xfrm>
            <a:custGeom>
              <a:avLst/>
              <a:gdLst/>
              <a:ahLst/>
              <a:cxnLst/>
              <a:rect l="l" t="t" r="r" b="b"/>
              <a:pathLst>
                <a:path w="29210" h="38848" fill="none" extrusionOk="0">
                  <a:moveTo>
                    <a:pt x="29209" y="1"/>
                  </a:moveTo>
                  <a:lnTo>
                    <a:pt x="17922" y="1"/>
                  </a:lnTo>
                  <a:cubicBezTo>
                    <a:pt x="14829" y="1"/>
                    <a:pt x="14209" y="3466"/>
                    <a:pt x="14209" y="3466"/>
                  </a:cubicBezTo>
                  <a:lnTo>
                    <a:pt x="14209" y="26448"/>
                  </a:lnTo>
                  <a:lnTo>
                    <a:pt x="0" y="26448"/>
                  </a:lnTo>
                  <a:lnTo>
                    <a:pt x="0" y="38848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8728;p72"/>
            <p:cNvSpPr/>
            <p:nvPr/>
          </p:nvSpPr>
          <p:spPr>
            <a:xfrm>
              <a:off x="1854826" y="3689223"/>
              <a:ext cx="154169" cy="4"/>
            </a:xfrm>
            <a:custGeom>
              <a:avLst/>
              <a:gdLst/>
              <a:ahLst/>
              <a:cxnLst/>
              <a:rect l="l" t="t" r="r" b="b"/>
              <a:pathLst>
                <a:path w="34959" h="1" fill="none" extrusionOk="0">
                  <a:moveTo>
                    <a:pt x="1" y="1"/>
                  </a:moveTo>
                  <a:lnTo>
                    <a:pt x="34959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8729;p72"/>
            <p:cNvSpPr/>
            <p:nvPr/>
          </p:nvSpPr>
          <p:spPr>
            <a:xfrm>
              <a:off x="1691140" y="3642869"/>
              <a:ext cx="163690" cy="94532"/>
            </a:xfrm>
            <a:custGeom>
              <a:avLst/>
              <a:gdLst/>
              <a:ahLst/>
              <a:cxnLst/>
              <a:rect l="l" t="t" r="r" b="b"/>
              <a:pathLst>
                <a:path w="37118" h="21448" extrusionOk="0">
                  <a:moveTo>
                    <a:pt x="4947" y="1"/>
                  </a:moveTo>
                  <a:cubicBezTo>
                    <a:pt x="2214" y="1"/>
                    <a:pt x="0" y="2682"/>
                    <a:pt x="0" y="5987"/>
                  </a:cubicBezTo>
                  <a:lnTo>
                    <a:pt x="0" y="15464"/>
                  </a:lnTo>
                  <a:cubicBezTo>
                    <a:pt x="0" y="18769"/>
                    <a:pt x="2214" y="21447"/>
                    <a:pt x="4950" y="21447"/>
                  </a:cubicBezTo>
                  <a:lnTo>
                    <a:pt x="32168" y="21447"/>
                  </a:lnTo>
                  <a:cubicBezTo>
                    <a:pt x="34900" y="21447"/>
                    <a:pt x="37118" y="18769"/>
                    <a:pt x="37118" y="15464"/>
                  </a:cubicBezTo>
                  <a:lnTo>
                    <a:pt x="37118" y="5987"/>
                  </a:lnTo>
                  <a:cubicBezTo>
                    <a:pt x="37118" y="2682"/>
                    <a:pt x="34900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8730;p72"/>
            <p:cNvGrpSpPr/>
            <p:nvPr/>
          </p:nvGrpSpPr>
          <p:grpSpPr>
            <a:xfrm>
              <a:off x="1360364" y="3847835"/>
              <a:ext cx="208119" cy="224359"/>
              <a:chOff x="1360769" y="3847100"/>
              <a:chExt cx="208119" cy="224359"/>
            </a:xfrm>
          </p:grpSpPr>
          <p:sp>
            <p:nvSpPr>
              <p:cNvPr id="107" name="Google Shape;8731;p72"/>
              <p:cNvSpPr/>
              <p:nvPr/>
            </p:nvSpPr>
            <p:spPr>
              <a:xfrm>
                <a:off x="1360769" y="3847113"/>
                <a:ext cx="99163" cy="224346"/>
              </a:xfrm>
              <a:custGeom>
                <a:avLst/>
                <a:gdLst/>
                <a:ahLst/>
                <a:cxnLst/>
                <a:rect l="l" t="t" r="r" b="b"/>
                <a:pathLst>
                  <a:path w="22486" h="50901" fill="none" extrusionOk="0">
                    <a:moveTo>
                      <a:pt x="22384" y="2729"/>
                    </a:moveTo>
                    <a:cubicBezTo>
                      <a:pt x="22333" y="2383"/>
                      <a:pt x="22249" y="2040"/>
                      <a:pt x="22128" y="1711"/>
                    </a:cubicBezTo>
                    <a:cubicBezTo>
                      <a:pt x="21742" y="675"/>
                      <a:pt x="20979" y="1"/>
                      <a:pt x="19582" y="1"/>
                    </a:cubicBezTo>
                    <a:cubicBezTo>
                      <a:pt x="17966" y="1"/>
                      <a:pt x="17204" y="913"/>
                      <a:pt x="16883" y="2229"/>
                    </a:cubicBezTo>
                    <a:cubicBezTo>
                      <a:pt x="13443" y="1682"/>
                      <a:pt x="10331" y="4356"/>
                      <a:pt x="10353" y="7840"/>
                    </a:cubicBezTo>
                    <a:cubicBezTo>
                      <a:pt x="10353" y="7997"/>
                      <a:pt x="10364" y="8150"/>
                      <a:pt x="10378" y="8300"/>
                    </a:cubicBezTo>
                    <a:cubicBezTo>
                      <a:pt x="7945" y="7307"/>
                      <a:pt x="5147" y="7957"/>
                      <a:pt x="3404" y="9923"/>
                    </a:cubicBezTo>
                    <a:cubicBezTo>
                      <a:pt x="1660" y="11889"/>
                      <a:pt x="1343" y="14742"/>
                      <a:pt x="2616" y="17040"/>
                    </a:cubicBezTo>
                    <a:cubicBezTo>
                      <a:pt x="930" y="18382"/>
                      <a:pt x="0" y="20454"/>
                      <a:pt x="120" y="22607"/>
                    </a:cubicBezTo>
                    <a:cubicBezTo>
                      <a:pt x="241" y="24755"/>
                      <a:pt x="1394" y="26714"/>
                      <a:pt x="3218" y="27860"/>
                    </a:cubicBezTo>
                    <a:cubicBezTo>
                      <a:pt x="748" y="30913"/>
                      <a:pt x="1707" y="35462"/>
                      <a:pt x="5202" y="37260"/>
                    </a:cubicBezTo>
                    <a:cubicBezTo>
                      <a:pt x="5173" y="37490"/>
                      <a:pt x="5162" y="37720"/>
                      <a:pt x="5162" y="37954"/>
                    </a:cubicBezTo>
                    <a:cubicBezTo>
                      <a:pt x="5162" y="40832"/>
                      <a:pt x="7125" y="43243"/>
                      <a:pt x="9784" y="43943"/>
                    </a:cubicBezTo>
                    <a:cubicBezTo>
                      <a:pt x="10776" y="46782"/>
                      <a:pt x="13818" y="48350"/>
                      <a:pt x="16708" y="47511"/>
                    </a:cubicBezTo>
                    <a:cubicBezTo>
                      <a:pt x="16835" y="49437"/>
                      <a:pt x="17525" y="50900"/>
                      <a:pt x="19582" y="50900"/>
                    </a:cubicBezTo>
                    <a:cubicBezTo>
                      <a:pt x="22482" y="50900"/>
                      <a:pt x="22439" y="48390"/>
                      <a:pt x="22482" y="48401"/>
                    </a:cubicBezTo>
                    <a:cubicBezTo>
                      <a:pt x="22486" y="48401"/>
                      <a:pt x="22417" y="2722"/>
                      <a:pt x="22384" y="27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9E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8732;p72"/>
              <p:cNvSpPr/>
              <p:nvPr/>
            </p:nvSpPr>
            <p:spPr>
              <a:xfrm>
                <a:off x="1418941" y="3907967"/>
                <a:ext cx="40718" cy="51312"/>
              </a:xfrm>
              <a:custGeom>
                <a:avLst/>
                <a:gdLst/>
                <a:ahLst/>
                <a:cxnLst/>
                <a:rect l="l" t="t" r="r" b="b"/>
                <a:pathLst>
                  <a:path w="9233" h="11642" fill="none" extrusionOk="0">
                    <a:moveTo>
                      <a:pt x="9233" y="1"/>
                    </a:moveTo>
                    <a:cubicBezTo>
                      <a:pt x="9233" y="1"/>
                      <a:pt x="0" y="570"/>
                      <a:pt x="2586" y="1164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8733;p72"/>
              <p:cNvSpPr/>
              <p:nvPr/>
            </p:nvSpPr>
            <p:spPr>
              <a:xfrm>
                <a:off x="1432983" y="3877824"/>
                <a:ext cx="26566" cy="25035"/>
              </a:xfrm>
              <a:custGeom>
                <a:avLst/>
                <a:gdLst/>
                <a:ahLst/>
                <a:cxnLst/>
                <a:rect l="l" t="t" r="r" b="b"/>
                <a:pathLst>
                  <a:path w="6024" h="5680" fill="none" extrusionOk="0">
                    <a:moveTo>
                      <a:pt x="1" y="1795"/>
                    </a:moveTo>
                    <a:cubicBezTo>
                      <a:pt x="1" y="1795"/>
                      <a:pt x="6023" y="0"/>
                      <a:pt x="6023" y="5680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8734;p72"/>
              <p:cNvSpPr/>
              <p:nvPr/>
            </p:nvSpPr>
            <p:spPr>
              <a:xfrm>
                <a:off x="1406421" y="3881663"/>
                <a:ext cx="8727" cy="21196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4809" fill="none" extrusionOk="0">
                    <a:moveTo>
                      <a:pt x="1" y="1"/>
                    </a:moveTo>
                    <a:cubicBezTo>
                      <a:pt x="1" y="1"/>
                      <a:pt x="1" y="2730"/>
                      <a:pt x="1978" y="4809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8735;p72"/>
              <p:cNvSpPr/>
              <p:nvPr/>
            </p:nvSpPr>
            <p:spPr>
              <a:xfrm>
                <a:off x="1372301" y="3910479"/>
                <a:ext cx="51967" cy="15131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3433" fill="none" extrusionOk="0">
                    <a:moveTo>
                      <a:pt x="1" y="2663"/>
                    </a:moveTo>
                    <a:cubicBezTo>
                      <a:pt x="3364" y="0"/>
                      <a:pt x="6622" y="3433"/>
                      <a:pt x="6622" y="3433"/>
                    </a:cubicBezTo>
                    <a:cubicBezTo>
                      <a:pt x="6622" y="3433"/>
                      <a:pt x="7307" y="387"/>
                      <a:pt x="11783" y="1653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8736;p72"/>
              <p:cNvSpPr/>
              <p:nvPr/>
            </p:nvSpPr>
            <p:spPr>
              <a:xfrm>
                <a:off x="1383436" y="3963823"/>
                <a:ext cx="27351" cy="50572"/>
              </a:xfrm>
              <a:custGeom>
                <a:avLst/>
                <a:gdLst/>
                <a:ahLst/>
                <a:cxnLst/>
                <a:rect l="l" t="t" r="r" b="b"/>
                <a:pathLst>
                  <a:path w="6202" h="11474" fill="none" extrusionOk="0">
                    <a:moveTo>
                      <a:pt x="22" y="11474"/>
                    </a:moveTo>
                    <a:cubicBezTo>
                      <a:pt x="22" y="11474"/>
                      <a:pt x="0" y="5735"/>
                      <a:pt x="4440" y="6297"/>
                    </a:cubicBezTo>
                    <a:cubicBezTo>
                      <a:pt x="4440" y="6297"/>
                      <a:pt x="2134" y="3149"/>
                      <a:pt x="6202" y="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8737;p72"/>
              <p:cNvSpPr/>
              <p:nvPr/>
            </p:nvSpPr>
            <p:spPr>
              <a:xfrm>
                <a:off x="1398461" y="4014391"/>
                <a:ext cx="12132" cy="31518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7151" fill="none" extrusionOk="0">
                    <a:moveTo>
                      <a:pt x="2751" y="1"/>
                    </a:moveTo>
                    <a:cubicBezTo>
                      <a:pt x="2751" y="1"/>
                      <a:pt x="0" y="2963"/>
                      <a:pt x="1806" y="715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8738;p72"/>
              <p:cNvSpPr/>
              <p:nvPr/>
            </p:nvSpPr>
            <p:spPr>
              <a:xfrm>
                <a:off x="1424264" y="4012138"/>
                <a:ext cx="35284" cy="21165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4802" fill="none" extrusionOk="0">
                    <a:moveTo>
                      <a:pt x="8000" y="512"/>
                    </a:moveTo>
                    <a:cubicBezTo>
                      <a:pt x="3783" y="1"/>
                      <a:pt x="1978" y="4087"/>
                      <a:pt x="1978" y="4087"/>
                    </a:cubicBezTo>
                    <a:cubicBezTo>
                      <a:pt x="1978" y="4087"/>
                      <a:pt x="858" y="3598"/>
                      <a:pt x="0" y="4802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8739;p72"/>
              <p:cNvSpPr/>
              <p:nvPr/>
            </p:nvSpPr>
            <p:spPr>
              <a:xfrm>
                <a:off x="1397156" y="3942280"/>
                <a:ext cx="31183" cy="17449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3959" fill="none" extrusionOk="0">
                    <a:moveTo>
                      <a:pt x="7070" y="1"/>
                    </a:moveTo>
                    <a:cubicBezTo>
                      <a:pt x="7070" y="1"/>
                      <a:pt x="2802" y="3959"/>
                      <a:pt x="1" y="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8740;p72"/>
              <p:cNvSpPr/>
              <p:nvPr/>
            </p:nvSpPr>
            <p:spPr>
              <a:xfrm>
                <a:off x="1428334" y="3973727"/>
                <a:ext cx="31214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7078" h="3489" fill="none" extrusionOk="0">
                    <a:moveTo>
                      <a:pt x="0" y="1125"/>
                    </a:moveTo>
                    <a:cubicBezTo>
                      <a:pt x="0" y="1125"/>
                      <a:pt x="4411" y="1"/>
                      <a:pt x="7077" y="3488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8741;p72"/>
              <p:cNvSpPr/>
              <p:nvPr/>
            </p:nvSpPr>
            <p:spPr>
              <a:xfrm>
                <a:off x="1468924" y="3907967"/>
                <a:ext cx="40704" cy="51312"/>
              </a:xfrm>
              <a:custGeom>
                <a:avLst/>
                <a:gdLst/>
                <a:ahLst/>
                <a:cxnLst/>
                <a:rect l="l" t="t" r="r" b="b"/>
                <a:pathLst>
                  <a:path w="9230" h="11642" fill="none" extrusionOk="0">
                    <a:moveTo>
                      <a:pt x="0" y="1"/>
                    </a:moveTo>
                    <a:cubicBezTo>
                      <a:pt x="0" y="1"/>
                      <a:pt x="9229" y="570"/>
                      <a:pt x="6647" y="1164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8742;p72"/>
              <p:cNvSpPr/>
              <p:nvPr/>
            </p:nvSpPr>
            <p:spPr>
              <a:xfrm>
                <a:off x="1469021" y="3877824"/>
                <a:ext cx="26561" cy="25035"/>
              </a:xfrm>
              <a:custGeom>
                <a:avLst/>
                <a:gdLst/>
                <a:ahLst/>
                <a:cxnLst/>
                <a:rect l="l" t="t" r="r" b="b"/>
                <a:pathLst>
                  <a:path w="6023" h="5680" fill="none" extrusionOk="0">
                    <a:moveTo>
                      <a:pt x="6023" y="1795"/>
                    </a:moveTo>
                    <a:cubicBezTo>
                      <a:pt x="6023" y="1795"/>
                      <a:pt x="0" y="0"/>
                      <a:pt x="0" y="5680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8743;p72"/>
              <p:cNvSpPr/>
              <p:nvPr/>
            </p:nvSpPr>
            <p:spPr>
              <a:xfrm>
                <a:off x="1513434" y="3881663"/>
                <a:ext cx="8710" cy="21196"/>
              </a:xfrm>
              <a:custGeom>
                <a:avLst/>
                <a:gdLst/>
                <a:ahLst/>
                <a:cxnLst/>
                <a:rect l="l" t="t" r="r" b="b"/>
                <a:pathLst>
                  <a:path w="1975" h="4809" fill="none" extrusionOk="0">
                    <a:moveTo>
                      <a:pt x="1975" y="1"/>
                    </a:moveTo>
                    <a:cubicBezTo>
                      <a:pt x="1975" y="1"/>
                      <a:pt x="1975" y="2730"/>
                      <a:pt x="1" y="4809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8744;p72"/>
              <p:cNvSpPr/>
              <p:nvPr/>
            </p:nvSpPr>
            <p:spPr>
              <a:xfrm>
                <a:off x="1517778" y="3963823"/>
                <a:ext cx="27355" cy="50572"/>
              </a:xfrm>
              <a:custGeom>
                <a:avLst/>
                <a:gdLst/>
                <a:ahLst/>
                <a:cxnLst/>
                <a:rect l="l" t="t" r="r" b="b"/>
                <a:pathLst>
                  <a:path w="6203" h="11474" fill="none" extrusionOk="0">
                    <a:moveTo>
                      <a:pt x="6181" y="11474"/>
                    </a:moveTo>
                    <a:cubicBezTo>
                      <a:pt x="6181" y="11474"/>
                      <a:pt x="6202" y="5735"/>
                      <a:pt x="1767" y="6297"/>
                    </a:cubicBezTo>
                    <a:cubicBezTo>
                      <a:pt x="1767" y="6297"/>
                      <a:pt x="4068" y="3149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8745;p72"/>
              <p:cNvSpPr/>
              <p:nvPr/>
            </p:nvSpPr>
            <p:spPr>
              <a:xfrm>
                <a:off x="1517990" y="4014391"/>
                <a:ext cx="12119" cy="31518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7151" fill="none" extrusionOk="0">
                    <a:moveTo>
                      <a:pt x="0" y="1"/>
                    </a:moveTo>
                    <a:cubicBezTo>
                      <a:pt x="0" y="1"/>
                      <a:pt x="2747" y="2963"/>
                      <a:pt x="942" y="715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8746;p72"/>
              <p:cNvSpPr/>
              <p:nvPr/>
            </p:nvSpPr>
            <p:spPr>
              <a:xfrm>
                <a:off x="1469021" y="4012138"/>
                <a:ext cx="35298" cy="21165"/>
              </a:xfrm>
              <a:custGeom>
                <a:avLst/>
                <a:gdLst/>
                <a:ahLst/>
                <a:cxnLst/>
                <a:rect l="l" t="t" r="r" b="b"/>
                <a:pathLst>
                  <a:path w="8004" h="4802" fill="none" extrusionOk="0">
                    <a:moveTo>
                      <a:pt x="0" y="512"/>
                    </a:moveTo>
                    <a:cubicBezTo>
                      <a:pt x="4217" y="1"/>
                      <a:pt x="6023" y="4087"/>
                      <a:pt x="6023" y="4087"/>
                    </a:cubicBezTo>
                    <a:cubicBezTo>
                      <a:pt x="6023" y="4087"/>
                      <a:pt x="7143" y="3598"/>
                      <a:pt x="8004" y="4802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8747;p72"/>
              <p:cNvSpPr/>
              <p:nvPr/>
            </p:nvSpPr>
            <p:spPr>
              <a:xfrm>
                <a:off x="1500244" y="3942280"/>
                <a:ext cx="31183" cy="17449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3959" fill="none" extrusionOk="0">
                    <a:moveTo>
                      <a:pt x="1" y="1"/>
                    </a:moveTo>
                    <a:cubicBezTo>
                      <a:pt x="1" y="1"/>
                      <a:pt x="4265" y="3959"/>
                      <a:pt x="7070" y="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8748;p72"/>
              <p:cNvSpPr/>
              <p:nvPr/>
            </p:nvSpPr>
            <p:spPr>
              <a:xfrm>
                <a:off x="1469021" y="3973727"/>
                <a:ext cx="31227" cy="15378"/>
              </a:xfrm>
              <a:custGeom>
                <a:avLst/>
                <a:gdLst/>
                <a:ahLst/>
                <a:cxnLst/>
                <a:rect l="l" t="t" r="r" b="b"/>
                <a:pathLst>
                  <a:path w="7081" h="3489" fill="none" extrusionOk="0">
                    <a:moveTo>
                      <a:pt x="7081" y="1125"/>
                    </a:moveTo>
                    <a:cubicBezTo>
                      <a:pt x="7081" y="1125"/>
                      <a:pt x="2670" y="1"/>
                      <a:pt x="0" y="3488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8749;p72"/>
              <p:cNvSpPr/>
              <p:nvPr/>
            </p:nvSpPr>
            <p:spPr>
              <a:xfrm>
                <a:off x="1504314" y="3910479"/>
                <a:ext cx="51950" cy="15131"/>
              </a:xfrm>
              <a:custGeom>
                <a:avLst/>
                <a:gdLst/>
                <a:ahLst/>
                <a:cxnLst/>
                <a:rect l="l" t="t" r="r" b="b"/>
                <a:pathLst>
                  <a:path w="11780" h="3433" fill="none" extrusionOk="0">
                    <a:moveTo>
                      <a:pt x="11780" y="2663"/>
                    </a:moveTo>
                    <a:cubicBezTo>
                      <a:pt x="8420" y="0"/>
                      <a:pt x="5162" y="3433"/>
                      <a:pt x="5162" y="3433"/>
                    </a:cubicBezTo>
                    <a:cubicBezTo>
                      <a:pt x="5162" y="3433"/>
                      <a:pt x="4473" y="387"/>
                      <a:pt x="1" y="1653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8750;p72"/>
              <p:cNvSpPr/>
              <p:nvPr/>
            </p:nvSpPr>
            <p:spPr>
              <a:xfrm>
                <a:off x="1469738" y="3847100"/>
                <a:ext cx="99150" cy="224346"/>
              </a:xfrm>
              <a:custGeom>
                <a:avLst/>
                <a:gdLst/>
                <a:ahLst/>
                <a:cxnLst/>
                <a:rect l="l" t="t" r="r" b="b"/>
                <a:pathLst>
                  <a:path w="22483" h="50901" fill="none" extrusionOk="0">
                    <a:moveTo>
                      <a:pt x="99" y="2729"/>
                    </a:moveTo>
                    <a:cubicBezTo>
                      <a:pt x="150" y="2383"/>
                      <a:pt x="237" y="2040"/>
                      <a:pt x="354" y="1711"/>
                    </a:cubicBezTo>
                    <a:cubicBezTo>
                      <a:pt x="744" y="675"/>
                      <a:pt x="1503" y="1"/>
                      <a:pt x="2900" y="1"/>
                    </a:cubicBezTo>
                    <a:cubicBezTo>
                      <a:pt x="4516" y="1"/>
                      <a:pt x="5282" y="913"/>
                      <a:pt x="5600" y="2229"/>
                    </a:cubicBezTo>
                    <a:cubicBezTo>
                      <a:pt x="9040" y="1682"/>
                      <a:pt x="12151" y="4356"/>
                      <a:pt x="12130" y="7840"/>
                    </a:cubicBezTo>
                    <a:cubicBezTo>
                      <a:pt x="12130" y="7997"/>
                      <a:pt x="12119" y="8150"/>
                      <a:pt x="12108" y="8300"/>
                    </a:cubicBezTo>
                    <a:cubicBezTo>
                      <a:pt x="14541" y="7307"/>
                      <a:pt x="17335" y="7957"/>
                      <a:pt x="19082" y="9923"/>
                    </a:cubicBezTo>
                    <a:cubicBezTo>
                      <a:pt x="20826" y="11889"/>
                      <a:pt x="21140" y="14742"/>
                      <a:pt x="19867" y="17040"/>
                    </a:cubicBezTo>
                    <a:cubicBezTo>
                      <a:pt x="21552" y="18379"/>
                      <a:pt x="22482" y="20454"/>
                      <a:pt x="22362" y="22603"/>
                    </a:cubicBezTo>
                    <a:cubicBezTo>
                      <a:pt x="22242" y="24755"/>
                      <a:pt x="21089" y="26714"/>
                      <a:pt x="19265" y="27860"/>
                    </a:cubicBezTo>
                    <a:cubicBezTo>
                      <a:pt x="20440" y="29308"/>
                      <a:pt x="20896" y="31205"/>
                      <a:pt x="20512" y="33029"/>
                    </a:cubicBezTo>
                    <a:cubicBezTo>
                      <a:pt x="20126" y="34853"/>
                      <a:pt x="18940" y="36407"/>
                      <a:pt x="17284" y="37257"/>
                    </a:cubicBezTo>
                    <a:cubicBezTo>
                      <a:pt x="17310" y="37487"/>
                      <a:pt x="17321" y="37720"/>
                      <a:pt x="17324" y="37950"/>
                    </a:cubicBezTo>
                    <a:cubicBezTo>
                      <a:pt x="17321" y="40766"/>
                      <a:pt x="15420" y="43225"/>
                      <a:pt x="12699" y="43940"/>
                    </a:cubicBezTo>
                    <a:cubicBezTo>
                      <a:pt x="11710" y="46782"/>
                      <a:pt x="8664" y="48350"/>
                      <a:pt x="5778" y="47507"/>
                    </a:cubicBezTo>
                    <a:cubicBezTo>
                      <a:pt x="5647" y="49434"/>
                      <a:pt x="4958" y="50900"/>
                      <a:pt x="2900" y="50900"/>
                    </a:cubicBezTo>
                    <a:cubicBezTo>
                      <a:pt x="0" y="50900"/>
                      <a:pt x="40" y="48390"/>
                      <a:pt x="0" y="48401"/>
                    </a:cubicBezTo>
                    <a:cubicBezTo>
                      <a:pt x="0" y="48401"/>
                      <a:pt x="69" y="2722"/>
                      <a:pt x="99" y="27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" name="Google Shape;8751;p72"/>
            <p:cNvSpPr/>
            <p:nvPr/>
          </p:nvSpPr>
          <p:spPr>
            <a:xfrm>
              <a:off x="2008060" y="4212384"/>
              <a:ext cx="24537" cy="23585"/>
            </a:xfrm>
            <a:custGeom>
              <a:avLst/>
              <a:gdLst/>
              <a:ahLst/>
              <a:cxnLst/>
              <a:rect l="l" t="t" r="r" b="b"/>
              <a:pathLst>
                <a:path w="5564" h="5351" extrusionOk="0">
                  <a:moveTo>
                    <a:pt x="2887" y="0"/>
                  </a:moveTo>
                  <a:cubicBezTo>
                    <a:pt x="2190" y="0"/>
                    <a:pt x="1506" y="271"/>
                    <a:pt x="996" y="783"/>
                  </a:cubicBezTo>
                  <a:cubicBezTo>
                    <a:pt x="230" y="1550"/>
                    <a:pt x="0" y="2699"/>
                    <a:pt x="416" y="3698"/>
                  </a:cubicBezTo>
                  <a:cubicBezTo>
                    <a:pt x="828" y="4698"/>
                    <a:pt x="1806" y="5351"/>
                    <a:pt x="2886" y="5351"/>
                  </a:cubicBezTo>
                  <a:cubicBezTo>
                    <a:pt x="4363" y="5351"/>
                    <a:pt x="5560" y="4150"/>
                    <a:pt x="5563" y="2677"/>
                  </a:cubicBezTo>
                  <a:cubicBezTo>
                    <a:pt x="5560" y="1593"/>
                    <a:pt x="4911" y="619"/>
                    <a:pt x="3911" y="203"/>
                  </a:cubicBezTo>
                  <a:cubicBezTo>
                    <a:pt x="3580" y="67"/>
                    <a:pt x="3232" y="0"/>
                    <a:pt x="2887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8752;p72"/>
            <p:cNvSpPr/>
            <p:nvPr/>
          </p:nvSpPr>
          <p:spPr>
            <a:xfrm>
              <a:off x="1545645" y="4049730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6" y="1"/>
                  </a:moveTo>
                  <a:cubicBezTo>
                    <a:pt x="1806" y="1"/>
                    <a:pt x="828" y="654"/>
                    <a:pt x="416" y="1653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7"/>
                    <a:pt x="2190" y="5349"/>
                    <a:pt x="2886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5"/>
                  </a:cubicBezTo>
                  <a:cubicBezTo>
                    <a:pt x="5560" y="1197"/>
                    <a:pt x="4363" y="1"/>
                    <a:pt x="28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8753;p72"/>
            <p:cNvSpPr/>
            <p:nvPr/>
          </p:nvSpPr>
          <p:spPr>
            <a:xfrm>
              <a:off x="1231521" y="3947489"/>
              <a:ext cx="24524" cy="23576"/>
            </a:xfrm>
            <a:custGeom>
              <a:avLst/>
              <a:gdLst/>
              <a:ahLst/>
              <a:cxnLst/>
              <a:rect l="l" t="t" r="r" b="b"/>
              <a:pathLst>
                <a:path w="5561" h="5349" extrusionOk="0">
                  <a:moveTo>
                    <a:pt x="2886" y="1"/>
                  </a:moveTo>
                  <a:cubicBezTo>
                    <a:pt x="1803" y="1"/>
                    <a:pt x="829" y="650"/>
                    <a:pt x="413" y="1649"/>
                  </a:cubicBezTo>
                  <a:cubicBezTo>
                    <a:pt x="1" y="2649"/>
                    <a:pt x="227" y="3798"/>
                    <a:pt x="993" y="4564"/>
                  </a:cubicBezTo>
                  <a:cubicBezTo>
                    <a:pt x="1505" y="5076"/>
                    <a:pt x="2189" y="5349"/>
                    <a:pt x="2884" y="5349"/>
                  </a:cubicBezTo>
                  <a:cubicBezTo>
                    <a:pt x="3229" y="5349"/>
                    <a:pt x="3576" y="5282"/>
                    <a:pt x="3908" y="5144"/>
                  </a:cubicBezTo>
                  <a:cubicBezTo>
                    <a:pt x="4907" y="4732"/>
                    <a:pt x="5560" y="3758"/>
                    <a:pt x="5560" y="2674"/>
                  </a:cubicBezTo>
                  <a:cubicBezTo>
                    <a:pt x="5560" y="1197"/>
                    <a:pt x="4364" y="1"/>
                    <a:pt x="28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8754;p72"/>
            <p:cNvSpPr/>
            <p:nvPr/>
          </p:nvSpPr>
          <p:spPr>
            <a:xfrm>
              <a:off x="834100" y="404674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3758"/>
                    <a:pt x="653" y="4732"/>
                    <a:pt x="1653" y="5147"/>
                  </a:cubicBezTo>
                  <a:cubicBezTo>
                    <a:pt x="1983" y="5284"/>
                    <a:pt x="2329" y="5350"/>
                    <a:pt x="2673" y="5350"/>
                  </a:cubicBezTo>
                  <a:cubicBezTo>
                    <a:pt x="3369" y="5350"/>
                    <a:pt x="4054" y="5078"/>
                    <a:pt x="4567" y="4567"/>
                  </a:cubicBezTo>
                  <a:cubicBezTo>
                    <a:pt x="5330" y="3801"/>
                    <a:pt x="5559" y="2649"/>
                    <a:pt x="5147" y="1653"/>
                  </a:cubicBezTo>
                  <a:cubicBezTo>
                    <a:pt x="4731" y="653"/>
                    <a:pt x="3757" y="0"/>
                    <a:pt x="267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8755;p72"/>
            <p:cNvSpPr/>
            <p:nvPr/>
          </p:nvSpPr>
          <p:spPr>
            <a:xfrm>
              <a:off x="834100" y="384965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674" y="1"/>
                  </a:moveTo>
                  <a:cubicBezTo>
                    <a:pt x="1197" y="1"/>
                    <a:pt x="0" y="1197"/>
                    <a:pt x="0" y="2675"/>
                  </a:cubicBezTo>
                  <a:cubicBezTo>
                    <a:pt x="0" y="3758"/>
                    <a:pt x="653" y="4732"/>
                    <a:pt x="1653" y="5144"/>
                  </a:cubicBezTo>
                  <a:cubicBezTo>
                    <a:pt x="1984" y="5282"/>
                    <a:pt x="2331" y="5349"/>
                    <a:pt x="2676" y="5349"/>
                  </a:cubicBezTo>
                  <a:cubicBezTo>
                    <a:pt x="3371" y="5349"/>
                    <a:pt x="4055" y="5077"/>
                    <a:pt x="4567" y="4564"/>
                  </a:cubicBezTo>
                  <a:cubicBezTo>
                    <a:pt x="5330" y="3802"/>
                    <a:pt x="5559" y="2649"/>
                    <a:pt x="5147" y="1650"/>
                  </a:cubicBezTo>
                  <a:cubicBezTo>
                    <a:pt x="4731" y="650"/>
                    <a:pt x="3757" y="1"/>
                    <a:pt x="2674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8756;p72"/>
            <p:cNvSpPr/>
            <p:nvPr/>
          </p:nvSpPr>
          <p:spPr>
            <a:xfrm>
              <a:off x="1668053" y="3947489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2" y="1"/>
                  </a:moveTo>
                  <a:cubicBezTo>
                    <a:pt x="1802" y="1"/>
                    <a:pt x="828" y="650"/>
                    <a:pt x="412" y="1649"/>
                  </a:cubicBezTo>
                  <a:cubicBezTo>
                    <a:pt x="0" y="2649"/>
                    <a:pt x="226" y="3798"/>
                    <a:pt x="993" y="4564"/>
                  </a:cubicBezTo>
                  <a:cubicBezTo>
                    <a:pt x="1502" y="5076"/>
                    <a:pt x="2187" y="5349"/>
                    <a:pt x="2883" y="5349"/>
                  </a:cubicBezTo>
                  <a:cubicBezTo>
                    <a:pt x="3228" y="5349"/>
                    <a:pt x="3576" y="5282"/>
                    <a:pt x="3907" y="5144"/>
                  </a:cubicBezTo>
                  <a:cubicBezTo>
                    <a:pt x="4907" y="4732"/>
                    <a:pt x="5556" y="3758"/>
                    <a:pt x="5560" y="2674"/>
                  </a:cubicBezTo>
                  <a:cubicBezTo>
                    <a:pt x="5560" y="1197"/>
                    <a:pt x="4360" y="1"/>
                    <a:pt x="288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8757;p72"/>
            <p:cNvSpPr/>
            <p:nvPr/>
          </p:nvSpPr>
          <p:spPr>
            <a:xfrm>
              <a:off x="889649" y="3678195"/>
              <a:ext cx="23589" cy="23576"/>
            </a:xfrm>
            <a:custGeom>
              <a:avLst/>
              <a:gdLst/>
              <a:ahLst/>
              <a:cxnLst/>
              <a:rect l="l" t="t" r="r" b="b"/>
              <a:pathLst>
                <a:path w="5349" h="5349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4152"/>
                    <a:pt x="1197" y="5348"/>
                    <a:pt x="2674" y="5348"/>
                  </a:cubicBezTo>
                  <a:cubicBezTo>
                    <a:pt x="4152" y="5348"/>
                    <a:pt x="5348" y="4152"/>
                    <a:pt x="5348" y="2674"/>
                  </a:cubicBezTo>
                  <a:cubicBezTo>
                    <a:pt x="5348" y="1197"/>
                    <a:pt x="4152" y="0"/>
                    <a:pt x="2674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8758;p72"/>
            <p:cNvSpPr/>
            <p:nvPr/>
          </p:nvSpPr>
          <p:spPr>
            <a:xfrm>
              <a:off x="1357708" y="3848642"/>
              <a:ext cx="24542" cy="23585"/>
            </a:xfrm>
            <a:custGeom>
              <a:avLst/>
              <a:gdLst/>
              <a:ahLst/>
              <a:cxnLst/>
              <a:rect l="l" t="t" r="r" b="b"/>
              <a:pathLst>
                <a:path w="5565" h="5351" extrusionOk="0">
                  <a:moveTo>
                    <a:pt x="2890" y="0"/>
                  </a:moveTo>
                  <a:cubicBezTo>
                    <a:pt x="1807" y="0"/>
                    <a:pt x="833" y="653"/>
                    <a:pt x="417" y="1653"/>
                  </a:cubicBezTo>
                  <a:cubicBezTo>
                    <a:pt x="1" y="2652"/>
                    <a:pt x="231" y="3801"/>
                    <a:pt x="997" y="4567"/>
                  </a:cubicBezTo>
                  <a:cubicBezTo>
                    <a:pt x="1509" y="5080"/>
                    <a:pt x="2193" y="5350"/>
                    <a:pt x="2888" y="5350"/>
                  </a:cubicBezTo>
                  <a:cubicBezTo>
                    <a:pt x="3233" y="5350"/>
                    <a:pt x="3580" y="5284"/>
                    <a:pt x="3912" y="5147"/>
                  </a:cubicBezTo>
                  <a:cubicBezTo>
                    <a:pt x="4911" y="4731"/>
                    <a:pt x="5564" y="3757"/>
                    <a:pt x="5564" y="2678"/>
                  </a:cubicBezTo>
                  <a:cubicBezTo>
                    <a:pt x="5564" y="1200"/>
                    <a:pt x="4364" y="0"/>
                    <a:pt x="289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8759;p72"/>
            <p:cNvSpPr/>
            <p:nvPr/>
          </p:nvSpPr>
          <p:spPr>
            <a:xfrm>
              <a:off x="1357708" y="4049730"/>
              <a:ext cx="24542" cy="23585"/>
            </a:xfrm>
            <a:custGeom>
              <a:avLst/>
              <a:gdLst/>
              <a:ahLst/>
              <a:cxnLst/>
              <a:rect l="l" t="t" r="r" b="b"/>
              <a:pathLst>
                <a:path w="5565" h="5351" extrusionOk="0">
                  <a:moveTo>
                    <a:pt x="2890" y="1"/>
                  </a:moveTo>
                  <a:cubicBezTo>
                    <a:pt x="1807" y="1"/>
                    <a:pt x="833" y="654"/>
                    <a:pt x="417" y="1653"/>
                  </a:cubicBezTo>
                  <a:cubicBezTo>
                    <a:pt x="1" y="2653"/>
                    <a:pt x="231" y="3802"/>
                    <a:pt x="997" y="4568"/>
                  </a:cubicBezTo>
                  <a:cubicBezTo>
                    <a:pt x="1510" y="5078"/>
                    <a:pt x="2195" y="5350"/>
                    <a:pt x="2891" y="5350"/>
                  </a:cubicBezTo>
                  <a:cubicBezTo>
                    <a:pt x="3235" y="5350"/>
                    <a:pt x="3581" y="5284"/>
                    <a:pt x="3912" y="5148"/>
                  </a:cubicBezTo>
                  <a:cubicBezTo>
                    <a:pt x="4911" y="4732"/>
                    <a:pt x="5564" y="3758"/>
                    <a:pt x="5564" y="2675"/>
                  </a:cubicBezTo>
                  <a:cubicBezTo>
                    <a:pt x="5564" y="1197"/>
                    <a:pt x="4364" y="1"/>
                    <a:pt x="289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8760;p72"/>
            <p:cNvSpPr/>
            <p:nvPr/>
          </p:nvSpPr>
          <p:spPr>
            <a:xfrm>
              <a:off x="889649" y="4212384"/>
              <a:ext cx="24520" cy="23585"/>
            </a:xfrm>
            <a:custGeom>
              <a:avLst/>
              <a:gdLst/>
              <a:ahLst/>
              <a:cxnLst/>
              <a:rect l="l" t="t" r="r" b="b"/>
              <a:pathLst>
                <a:path w="5560" h="5351" extrusionOk="0">
                  <a:moveTo>
                    <a:pt x="2674" y="0"/>
                  </a:moveTo>
                  <a:cubicBezTo>
                    <a:pt x="2328" y="0"/>
                    <a:pt x="1980" y="67"/>
                    <a:pt x="1649" y="203"/>
                  </a:cubicBezTo>
                  <a:cubicBezTo>
                    <a:pt x="650" y="619"/>
                    <a:pt x="0" y="1593"/>
                    <a:pt x="0" y="2677"/>
                  </a:cubicBezTo>
                  <a:cubicBezTo>
                    <a:pt x="0" y="4150"/>
                    <a:pt x="1197" y="5351"/>
                    <a:pt x="2674" y="5351"/>
                  </a:cubicBezTo>
                  <a:cubicBezTo>
                    <a:pt x="3754" y="5351"/>
                    <a:pt x="4732" y="4698"/>
                    <a:pt x="5144" y="3698"/>
                  </a:cubicBezTo>
                  <a:cubicBezTo>
                    <a:pt x="5560" y="2699"/>
                    <a:pt x="5330" y="1550"/>
                    <a:pt x="4568" y="783"/>
                  </a:cubicBezTo>
                  <a:cubicBezTo>
                    <a:pt x="4055" y="271"/>
                    <a:pt x="3370" y="0"/>
                    <a:pt x="2674" y="0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8761;p72"/>
            <p:cNvSpPr/>
            <p:nvPr/>
          </p:nvSpPr>
          <p:spPr>
            <a:xfrm>
              <a:off x="2008060" y="3678195"/>
              <a:ext cx="24537" cy="23576"/>
            </a:xfrm>
            <a:custGeom>
              <a:avLst/>
              <a:gdLst/>
              <a:ahLst/>
              <a:cxnLst/>
              <a:rect l="l" t="t" r="r" b="b"/>
              <a:pathLst>
                <a:path w="5564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1" y="4732"/>
                    <a:pt x="5560" y="3758"/>
                    <a:pt x="5563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8762;p72"/>
            <p:cNvSpPr/>
            <p:nvPr/>
          </p:nvSpPr>
          <p:spPr>
            <a:xfrm>
              <a:off x="1548251" y="384864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6" y="4567"/>
                  </a:cubicBezTo>
                  <a:cubicBezTo>
                    <a:pt x="1507" y="5078"/>
                    <a:pt x="2192" y="5350"/>
                    <a:pt x="2890" y="5350"/>
                  </a:cubicBezTo>
                  <a:cubicBezTo>
                    <a:pt x="3234" y="5350"/>
                    <a:pt x="3581" y="5283"/>
                    <a:pt x="3911" y="5147"/>
                  </a:cubicBezTo>
                  <a:cubicBezTo>
                    <a:pt x="4910" y="4731"/>
                    <a:pt x="5560" y="3757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8763;p72"/>
            <p:cNvSpPr/>
            <p:nvPr/>
          </p:nvSpPr>
          <p:spPr>
            <a:xfrm>
              <a:off x="2069063" y="3847033"/>
              <a:ext cx="24520" cy="23585"/>
            </a:xfrm>
            <a:custGeom>
              <a:avLst/>
              <a:gdLst/>
              <a:ahLst/>
              <a:cxnLst/>
              <a:rect l="l" t="t" r="r" b="b"/>
              <a:pathLst>
                <a:path w="5560" h="5351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3" y="4567"/>
                  </a:cubicBezTo>
                  <a:cubicBezTo>
                    <a:pt x="1505" y="5080"/>
                    <a:pt x="2190" y="5351"/>
                    <a:pt x="2887" y="5351"/>
                  </a:cubicBezTo>
                  <a:cubicBezTo>
                    <a:pt x="3232" y="5351"/>
                    <a:pt x="3580" y="5284"/>
                    <a:pt x="3911" y="5148"/>
                  </a:cubicBezTo>
                  <a:cubicBezTo>
                    <a:pt x="4910" y="4732"/>
                    <a:pt x="5560" y="3758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8764;p72"/>
            <p:cNvSpPr/>
            <p:nvPr/>
          </p:nvSpPr>
          <p:spPr>
            <a:xfrm>
              <a:off x="2069063" y="4046870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3" y="4564"/>
                  </a:cubicBezTo>
                  <a:cubicBezTo>
                    <a:pt x="1505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46"/>
          <p:cNvSpPr txBox="1">
            <a:spLocks noGrp="1"/>
          </p:cNvSpPr>
          <p:nvPr>
            <p:ph type="title"/>
          </p:nvPr>
        </p:nvSpPr>
        <p:spPr>
          <a:xfrm>
            <a:off x="777071" y="35514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bg1"/>
                </a:solidFill>
              </a:rPr>
              <a:t>CONCLUSION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70" name="Google Shape;2370;p46"/>
          <p:cNvSpPr txBox="1">
            <a:spLocks noGrp="1"/>
          </p:cNvSpPr>
          <p:nvPr>
            <p:ph type="subTitle" idx="4294967295"/>
          </p:nvPr>
        </p:nvSpPr>
        <p:spPr>
          <a:xfrm>
            <a:off x="3069772" y="745223"/>
            <a:ext cx="3424263" cy="591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strengthened our QA skills.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Google Shape;1516;p59"/>
          <p:cNvCxnSpPr>
            <a:stCxn id="22" idx="6"/>
          </p:cNvCxnSpPr>
          <p:nvPr/>
        </p:nvCxnSpPr>
        <p:spPr>
          <a:xfrm>
            <a:off x="2044327" y="2538880"/>
            <a:ext cx="5096701" cy="467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" name="Google Shape;1520;p59"/>
          <p:cNvGrpSpPr/>
          <p:nvPr/>
        </p:nvGrpSpPr>
        <p:grpSpPr>
          <a:xfrm>
            <a:off x="4340482" y="2239923"/>
            <a:ext cx="503592" cy="597752"/>
            <a:chOff x="3969644" y="2440153"/>
            <a:chExt cx="225900" cy="225900"/>
          </a:xfrm>
          <a:solidFill>
            <a:schemeClr val="bg1"/>
          </a:solidFill>
        </p:grpSpPr>
        <p:sp>
          <p:nvSpPr>
            <p:cNvPr id="10" name="Google Shape;1521;p59"/>
            <p:cNvSpPr/>
            <p:nvPr/>
          </p:nvSpPr>
          <p:spPr>
            <a:xfrm>
              <a:off x="3969644" y="2440153"/>
              <a:ext cx="225900" cy="225900"/>
            </a:xfrm>
            <a:prstGeom prst="ellipse">
              <a:avLst/>
            </a:prstGeom>
            <a:grp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22;p59"/>
            <p:cNvSpPr/>
            <p:nvPr/>
          </p:nvSpPr>
          <p:spPr>
            <a:xfrm>
              <a:off x="3998471" y="2468982"/>
              <a:ext cx="168300" cy="1683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523;p59"/>
          <p:cNvGrpSpPr/>
          <p:nvPr/>
        </p:nvGrpSpPr>
        <p:grpSpPr>
          <a:xfrm>
            <a:off x="5740785" y="2240125"/>
            <a:ext cx="502930" cy="596966"/>
            <a:chOff x="4426818" y="2440153"/>
            <a:chExt cx="225600" cy="225600"/>
          </a:xfrm>
          <a:solidFill>
            <a:schemeClr val="bg1">
              <a:lumMod val="60000"/>
              <a:lumOff val="40000"/>
            </a:schemeClr>
          </a:solidFill>
        </p:grpSpPr>
        <p:sp>
          <p:nvSpPr>
            <p:cNvPr id="13" name="Google Shape;1524;p59"/>
            <p:cNvSpPr/>
            <p:nvPr/>
          </p:nvSpPr>
          <p:spPr>
            <a:xfrm>
              <a:off x="4426818" y="2440153"/>
              <a:ext cx="225600" cy="225600"/>
            </a:xfrm>
            <a:prstGeom prst="ellipse">
              <a:avLst/>
            </a:prstGeom>
            <a:grp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25;p59"/>
            <p:cNvSpPr/>
            <p:nvPr/>
          </p:nvSpPr>
          <p:spPr>
            <a:xfrm>
              <a:off x="4455644" y="2468982"/>
              <a:ext cx="168000" cy="1680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26;p59"/>
          <p:cNvGrpSpPr/>
          <p:nvPr/>
        </p:nvGrpSpPr>
        <p:grpSpPr>
          <a:xfrm>
            <a:off x="7140946" y="2240125"/>
            <a:ext cx="502930" cy="596966"/>
            <a:chOff x="4883984" y="2440153"/>
            <a:chExt cx="225600" cy="225600"/>
          </a:xfrm>
          <a:solidFill>
            <a:schemeClr val="bg1"/>
          </a:solidFill>
        </p:grpSpPr>
        <p:sp>
          <p:nvSpPr>
            <p:cNvPr id="16" name="Google Shape;1518;p59"/>
            <p:cNvSpPr/>
            <p:nvPr/>
          </p:nvSpPr>
          <p:spPr>
            <a:xfrm>
              <a:off x="4883984" y="2440153"/>
              <a:ext cx="225600" cy="225600"/>
            </a:xfrm>
            <a:prstGeom prst="ellipse">
              <a:avLst/>
            </a:prstGeom>
            <a:grp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27;p59"/>
            <p:cNvSpPr/>
            <p:nvPr/>
          </p:nvSpPr>
          <p:spPr>
            <a:xfrm>
              <a:off x="4912810" y="2468982"/>
              <a:ext cx="168000" cy="1680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528;p59"/>
          <p:cNvGrpSpPr/>
          <p:nvPr/>
        </p:nvGrpSpPr>
        <p:grpSpPr>
          <a:xfrm>
            <a:off x="2940509" y="2240223"/>
            <a:ext cx="503031" cy="597313"/>
            <a:chOff x="2182679" y="2292572"/>
            <a:chExt cx="792300" cy="792600"/>
          </a:xfrm>
          <a:solidFill>
            <a:schemeClr val="bg1">
              <a:lumMod val="60000"/>
              <a:lumOff val="40000"/>
            </a:schemeClr>
          </a:solidFill>
        </p:grpSpPr>
        <p:sp>
          <p:nvSpPr>
            <p:cNvPr id="19" name="Google Shape;1529;p59"/>
            <p:cNvSpPr/>
            <p:nvPr/>
          </p:nvSpPr>
          <p:spPr>
            <a:xfrm>
              <a:off x="2182679" y="2292572"/>
              <a:ext cx="792300" cy="792600"/>
            </a:xfrm>
            <a:prstGeom prst="ellipse">
              <a:avLst/>
            </a:prstGeom>
            <a:grp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30;p59"/>
            <p:cNvSpPr/>
            <p:nvPr/>
          </p:nvSpPr>
          <p:spPr>
            <a:xfrm>
              <a:off x="2283911" y="2393814"/>
              <a:ext cx="590100" cy="590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531;p59"/>
          <p:cNvGrpSpPr/>
          <p:nvPr/>
        </p:nvGrpSpPr>
        <p:grpSpPr>
          <a:xfrm>
            <a:off x="1541296" y="2240223"/>
            <a:ext cx="503031" cy="597313"/>
            <a:chOff x="2182679" y="2292572"/>
            <a:chExt cx="792300" cy="792600"/>
          </a:xfrm>
          <a:solidFill>
            <a:schemeClr val="bg1"/>
          </a:solidFill>
        </p:grpSpPr>
        <p:sp>
          <p:nvSpPr>
            <p:cNvPr id="22" name="Google Shape;1517;p59"/>
            <p:cNvSpPr/>
            <p:nvPr/>
          </p:nvSpPr>
          <p:spPr>
            <a:xfrm>
              <a:off x="2182679" y="2292572"/>
              <a:ext cx="792300" cy="792600"/>
            </a:xfrm>
            <a:prstGeom prst="ellipse">
              <a:avLst/>
            </a:prstGeom>
            <a:grp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32;p59"/>
            <p:cNvSpPr/>
            <p:nvPr/>
          </p:nvSpPr>
          <p:spPr>
            <a:xfrm>
              <a:off x="2283911" y="2393814"/>
              <a:ext cx="590100" cy="590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1538;p59"/>
          <p:cNvSpPr txBox="1">
            <a:spLocks/>
          </p:cNvSpPr>
          <p:nvPr/>
        </p:nvSpPr>
        <p:spPr>
          <a:xfrm>
            <a:off x="1429989" y="2922740"/>
            <a:ext cx="6759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800" dirty="0" smtClean="0">
                <a:solidFill>
                  <a:schemeClr val="accent1"/>
                </a:solidFill>
              </a:rPr>
              <a:t> 1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25" name="Google Shape;1539;p59"/>
          <p:cNvSpPr txBox="1">
            <a:spLocks/>
          </p:cNvSpPr>
          <p:nvPr/>
        </p:nvSpPr>
        <p:spPr>
          <a:xfrm>
            <a:off x="4201239" y="2922740"/>
            <a:ext cx="7824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800" dirty="0" smtClean="0">
                <a:solidFill>
                  <a:schemeClr val="accent3"/>
                </a:solidFill>
              </a:rPr>
              <a:t> 3</a:t>
            </a:r>
            <a:endParaRPr lang="en-US" sz="1800" dirty="0">
              <a:solidFill>
                <a:schemeClr val="accent3"/>
              </a:solidFill>
            </a:endParaRPr>
          </a:p>
        </p:txBody>
      </p:sp>
      <p:sp>
        <p:nvSpPr>
          <p:cNvPr id="26" name="Google Shape;1540;p59"/>
          <p:cNvSpPr txBox="1">
            <a:spLocks/>
          </p:cNvSpPr>
          <p:nvPr/>
        </p:nvSpPr>
        <p:spPr>
          <a:xfrm>
            <a:off x="6982564" y="2868670"/>
            <a:ext cx="782400" cy="40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800" dirty="0" smtClean="0">
                <a:solidFill>
                  <a:schemeClr val="accent5"/>
                </a:solidFill>
              </a:rPr>
              <a:t>5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27" name="Google Shape;1541;p59"/>
          <p:cNvSpPr txBox="1">
            <a:spLocks/>
          </p:cNvSpPr>
          <p:nvPr/>
        </p:nvSpPr>
        <p:spPr>
          <a:xfrm>
            <a:off x="2808514" y="1828797"/>
            <a:ext cx="737928" cy="30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800" dirty="0" smtClean="0">
                <a:solidFill>
                  <a:schemeClr val="accent2"/>
                </a:solidFill>
              </a:rPr>
              <a:t> 2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8" name="Google Shape;1542;p59"/>
          <p:cNvSpPr txBox="1">
            <a:spLocks/>
          </p:cNvSpPr>
          <p:nvPr/>
        </p:nvSpPr>
        <p:spPr>
          <a:xfrm>
            <a:off x="5597689" y="1820723"/>
            <a:ext cx="7824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800" dirty="0" smtClean="0">
                <a:solidFill>
                  <a:schemeClr val="accent4"/>
                </a:solidFill>
              </a:rPr>
              <a:t>4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29" name="Google Shape;2370;p46"/>
          <p:cNvSpPr txBox="1">
            <a:spLocks noGrp="1"/>
          </p:cNvSpPr>
          <p:nvPr>
            <p:ph type="subTitle" idx="4294967295"/>
          </p:nvPr>
        </p:nvSpPr>
        <p:spPr>
          <a:xfrm>
            <a:off x="1023256" y="3136184"/>
            <a:ext cx="1564545" cy="619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objectives achieved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2370;p46"/>
          <p:cNvSpPr txBox="1">
            <a:spLocks noGrp="1"/>
          </p:cNvSpPr>
          <p:nvPr>
            <p:ph type="subTitle" idx="4294967295"/>
          </p:nvPr>
        </p:nvSpPr>
        <p:spPr>
          <a:xfrm>
            <a:off x="2409751" y="1318248"/>
            <a:ext cx="1564545" cy="619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quality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2370;p46"/>
          <p:cNvSpPr txBox="1">
            <a:spLocks noGrp="1"/>
          </p:cNvSpPr>
          <p:nvPr>
            <p:ph type="subTitle" idx="4294967295"/>
          </p:nvPr>
        </p:nvSpPr>
        <p:spPr>
          <a:xfrm>
            <a:off x="5206616" y="1318248"/>
            <a:ext cx="1775948" cy="619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increased efficiency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Google Shape;2370;p46"/>
          <p:cNvSpPr txBox="1">
            <a:spLocks noGrp="1"/>
          </p:cNvSpPr>
          <p:nvPr>
            <p:ph type="subTitle" idx="4294967295"/>
          </p:nvPr>
        </p:nvSpPr>
        <p:spPr>
          <a:xfrm>
            <a:off x="3853548" y="3136183"/>
            <a:ext cx="1564545" cy="619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issues identified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Google Shape;2370;p46"/>
          <p:cNvSpPr txBox="1">
            <a:spLocks noGrp="1"/>
          </p:cNvSpPr>
          <p:nvPr>
            <p:ph type="subTitle" idx="4294967295"/>
          </p:nvPr>
        </p:nvSpPr>
        <p:spPr>
          <a:xfrm>
            <a:off x="6610138" y="3135650"/>
            <a:ext cx="1564545" cy="619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QA tool experience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33596"/>
            <a:ext cx="3407230" cy="556461"/>
          </a:xfrm>
        </p:spPr>
        <p:txBody>
          <a:bodyPr/>
          <a:lstStyle/>
          <a:p>
            <a:r>
              <a:rPr lang="en-US" sz="4000" dirty="0" smtClean="0"/>
              <a:t>THANKYOU!</a:t>
            </a:r>
            <a:endParaRPr lang="en-US" sz="4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247900" y="2090057"/>
            <a:ext cx="4397829" cy="55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Defects or Report?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ware Developer Engineer Job Description by Slidesgo">
  <a:themeElements>
    <a:clrScheme name="Simple Light">
      <a:dk1>
        <a:srgbClr val="FFFFFF"/>
      </a:dk1>
      <a:lt1>
        <a:srgbClr val="FF5E8E"/>
      </a:lt1>
      <a:dk2>
        <a:srgbClr val="1E003F"/>
      </a:dk2>
      <a:lt2>
        <a:srgbClr val="A64D7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723</Words>
  <Application>Microsoft Office PowerPoint</Application>
  <PresentationFormat>On-screen Show (16:9)</PresentationFormat>
  <Paragraphs>192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Wingdings</vt:lpstr>
      <vt:lpstr>Barlow Condensed SemiBold</vt:lpstr>
      <vt:lpstr>Anaheim</vt:lpstr>
      <vt:lpstr>Times New Roman</vt:lpstr>
      <vt:lpstr>Barlow</vt:lpstr>
      <vt:lpstr>Roboto Condensed Light</vt:lpstr>
      <vt:lpstr>Montserrat</vt:lpstr>
      <vt:lpstr>Barlow Condensed</vt:lpstr>
      <vt:lpstr>Software Developer Engineer Job Description by Slidesgo</vt:lpstr>
      <vt:lpstr>SOFTWARE TESTING &amp; QUALITY ASSAURANCE  of Breakout E-commerce Website</vt:lpstr>
      <vt:lpstr>PowerPoint Presentation</vt:lpstr>
      <vt:lpstr>GROUP MEMBERS</vt:lpstr>
      <vt:lpstr>TABLE OF CONTENTS</vt:lpstr>
      <vt:lpstr>PROJECT TITLE</vt:lpstr>
      <vt:lpstr>TESTING SCOPE</vt:lpstr>
      <vt:lpstr>PowerPoint Presentation</vt:lpstr>
      <vt:lpstr>TEST OBJECTIVES</vt:lpstr>
      <vt:lpstr>TESTING TYPES</vt:lpstr>
      <vt:lpstr>MANUAL TESTING OVERVIEW</vt:lpstr>
      <vt:lpstr>AUTOMATION TESTING OVERVIEW</vt:lpstr>
      <vt:lpstr>API TESTING OVERVIEW</vt:lpstr>
      <vt:lpstr>API TYPE</vt:lpstr>
      <vt:lpstr>API TESTING (POSTMAN)</vt:lpstr>
      <vt:lpstr>BUG REPORTING &amp; DEFECT MANAGEMENT OVERVIEW</vt:lpstr>
      <vt:lpstr>CHALLENGES FACED</vt:lpstr>
      <vt:lpstr>FUTURE IMPROVEMENT</vt:lpstr>
      <vt:lpstr>CONCLUSION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QUALITY ASSAURANCE  PROJECT PRESENTATION</dc:title>
  <dc:creator>Tariq</dc:creator>
  <cp:lastModifiedBy>Tariq</cp:lastModifiedBy>
  <cp:revision>30</cp:revision>
  <dcterms:modified xsi:type="dcterms:W3CDTF">2026-01-19T19:09:12Z</dcterms:modified>
</cp:coreProperties>
</file>